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76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57A415-F701-4766-8DE5-4776B3819FD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8F87B08-C5A0-4C99-A456-995EAD071A89}">
      <dgm:prSet/>
      <dgm:spPr/>
      <dgm:t>
        <a:bodyPr/>
        <a:lstStyle/>
        <a:p>
          <a:r>
            <a:rPr lang="en-GB"/>
            <a:t>Goal‑based agent: optimizira izvršenje zadataka</a:t>
          </a:r>
          <a:endParaRPr lang="en-US"/>
        </a:p>
      </dgm:t>
    </dgm:pt>
    <dgm:pt modelId="{6B25BD88-C23D-4151-8E63-795F9E1E1243}" type="parTrans" cxnId="{06E7086A-5D8E-4740-8D7A-3A7FD42802F3}">
      <dgm:prSet/>
      <dgm:spPr/>
      <dgm:t>
        <a:bodyPr/>
        <a:lstStyle/>
        <a:p>
          <a:endParaRPr lang="en-US"/>
        </a:p>
      </dgm:t>
    </dgm:pt>
    <dgm:pt modelId="{9C108ED6-8BFD-4899-A9E9-B6C29D0F4ABE}" type="sibTrans" cxnId="{06E7086A-5D8E-4740-8D7A-3A7FD42802F3}">
      <dgm:prSet/>
      <dgm:spPr/>
      <dgm:t>
        <a:bodyPr/>
        <a:lstStyle/>
        <a:p>
          <a:endParaRPr lang="en-US"/>
        </a:p>
      </dgm:t>
    </dgm:pt>
    <dgm:pt modelId="{7A89C321-47B6-4C51-81A3-22FDDD9BDDE4}">
      <dgm:prSet/>
      <dgm:spPr/>
      <dgm:t>
        <a:bodyPr/>
        <a:lstStyle/>
        <a:p>
          <a:r>
            <a:rPr lang="en-GB"/>
            <a:t>Context‑aware: odluke zavise od stanja i vremena</a:t>
          </a:r>
          <a:endParaRPr lang="en-US"/>
        </a:p>
      </dgm:t>
    </dgm:pt>
    <dgm:pt modelId="{723437E7-24C1-481A-81B0-EED406F34302}" type="parTrans" cxnId="{CA1D4059-6475-4067-8340-A9B43871E007}">
      <dgm:prSet/>
      <dgm:spPr/>
      <dgm:t>
        <a:bodyPr/>
        <a:lstStyle/>
        <a:p>
          <a:endParaRPr lang="en-US"/>
        </a:p>
      </dgm:t>
    </dgm:pt>
    <dgm:pt modelId="{CABF3447-EEFD-44C3-BCB4-4938B0D49B84}" type="sibTrans" cxnId="{CA1D4059-6475-4067-8340-A9B43871E007}">
      <dgm:prSet/>
      <dgm:spPr/>
      <dgm:t>
        <a:bodyPr/>
        <a:lstStyle/>
        <a:p>
          <a:endParaRPr lang="en-US"/>
        </a:p>
      </dgm:t>
    </dgm:pt>
    <dgm:pt modelId="{EE395DF4-D1C9-4701-9867-E39EBC59A4BD}">
      <dgm:prSet/>
      <dgm:spPr/>
      <dgm:t>
        <a:bodyPr/>
        <a:lstStyle/>
        <a:p>
          <a:r>
            <a:rPr lang="en-GB"/>
            <a:t>Learning agent (jednostavan): adaptivni pragovi</a:t>
          </a:r>
          <a:endParaRPr lang="en-US"/>
        </a:p>
      </dgm:t>
    </dgm:pt>
    <dgm:pt modelId="{493754DD-A0A3-4D48-BE8E-94C8E22EEB38}" type="parTrans" cxnId="{2DCD6F06-C72D-4738-A959-72998795E60D}">
      <dgm:prSet/>
      <dgm:spPr/>
      <dgm:t>
        <a:bodyPr/>
        <a:lstStyle/>
        <a:p>
          <a:endParaRPr lang="en-US"/>
        </a:p>
      </dgm:t>
    </dgm:pt>
    <dgm:pt modelId="{0F6B43DF-72F9-434B-85F0-3F6B5B224864}" type="sibTrans" cxnId="{2DCD6F06-C72D-4738-A959-72998795E60D}">
      <dgm:prSet/>
      <dgm:spPr/>
      <dgm:t>
        <a:bodyPr/>
        <a:lstStyle/>
        <a:p>
          <a:endParaRPr lang="en-US"/>
        </a:p>
      </dgm:t>
    </dgm:pt>
    <dgm:pt modelId="{111FF9D1-0D05-430F-BD24-F49607413D17}">
      <dgm:prSet/>
      <dgm:spPr/>
      <dgm:t>
        <a:bodyPr/>
        <a:lstStyle/>
        <a:p>
          <a:r>
            <a:rPr lang="en-GB"/>
            <a:t>Human‑in‑the‑loop: korisnik šalje namjere (intent)</a:t>
          </a:r>
          <a:endParaRPr lang="en-US"/>
        </a:p>
      </dgm:t>
    </dgm:pt>
    <dgm:pt modelId="{AEBD88D2-FDEA-4F07-94D3-7B41465ACDC3}" type="parTrans" cxnId="{F08F2643-722F-4F45-B63A-99949DF714A0}">
      <dgm:prSet/>
      <dgm:spPr/>
      <dgm:t>
        <a:bodyPr/>
        <a:lstStyle/>
        <a:p>
          <a:endParaRPr lang="en-US"/>
        </a:p>
      </dgm:t>
    </dgm:pt>
    <dgm:pt modelId="{D7C0CC04-0E0A-4A82-A014-51286DEED619}" type="sibTrans" cxnId="{F08F2643-722F-4F45-B63A-99949DF714A0}">
      <dgm:prSet/>
      <dgm:spPr/>
      <dgm:t>
        <a:bodyPr/>
        <a:lstStyle/>
        <a:p>
          <a:endParaRPr lang="en-US"/>
        </a:p>
      </dgm:t>
    </dgm:pt>
    <dgm:pt modelId="{113A9CCB-0271-4B81-B4B5-BDDDEC7B898B}" type="pres">
      <dgm:prSet presAssocID="{8D57A415-F701-4766-8DE5-4776B3819FDE}" presName="root" presStyleCnt="0">
        <dgm:presLayoutVars>
          <dgm:dir/>
          <dgm:resizeHandles val="exact"/>
        </dgm:presLayoutVars>
      </dgm:prSet>
      <dgm:spPr/>
    </dgm:pt>
    <dgm:pt modelId="{0A3A617D-B66A-4B54-AC69-013A0E7B25C0}" type="pres">
      <dgm:prSet presAssocID="{08F87B08-C5A0-4C99-A456-995EAD071A89}" presName="compNode" presStyleCnt="0"/>
      <dgm:spPr/>
    </dgm:pt>
    <dgm:pt modelId="{83529D22-DBBE-43B1-B819-4505DFCB11A7}" type="pres">
      <dgm:prSet presAssocID="{08F87B08-C5A0-4C99-A456-995EAD071A89}" presName="bgRect" presStyleLbl="bgShp" presStyleIdx="0" presStyleCnt="4"/>
      <dgm:spPr/>
    </dgm:pt>
    <dgm:pt modelId="{2AB3CFA2-9D58-4B08-8355-744C494463E8}" type="pres">
      <dgm:prSet presAssocID="{08F87B08-C5A0-4C99-A456-995EAD071A8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FC3E1F6-C905-4603-85CB-FBE30C1E5BE5}" type="pres">
      <dgm:prSet presAssocID="{08F87B08-C5A0-4C99-A456-995EAD071A89}" presName="spaceRect" presStyleCnt="0"/>
      <dgm:spPr/>
    </dgm:pt>
    <dgm:pt modelId="{C188F955-7FBE-488B-A1CC-A0524CE9693C}" type="pres">
      <dgm:prSet presAssocID="{08F87B08-C5A0-4C99-A456-995EAD071A89}" presName="parTx" presStyleLbl="revTx" presStyleIdx="0" presStyleCnt="4">
        <dgm:presLayoutVars>
          <dgm:chMax val="0"/>
          <dgm:chPref val="0"/>
        </dgm:presLayoutVars>
      </dgm:prSet>
      <dgm:spPr/>
    </dgm:pt>
    <dgm:pt modelId="{A40D8531-324C-45D1-973F-FA69123FECA5}" type="pres">
      <dgm:prSet presAssocID="{9C108ED6-8BFD-4899-A9E9-B6C29D0F4ABE}" presName="sibTrans" presStyleCnt="0"/>
      <dgm:spPr/>
    </dgm:pt>
    <dgm:pt modelId="{9EA7D4CA-4661-4E35-8661-A8D6EF2CC97E}" type="pres">
      <dgm:prSet presAssocID="{7A89C321-47B6-4C51-81A3-22FDDD9BDDE4}" presName="compNode" presStyleCnt="0"/>
      <dgm:spPr/>
    </dgm:pt>
    <dgm:pt modelId="{4EAD5904-E29D-4248-9D12-0C5EA33BB367}" type="pres">
      <dgm:prSet presAssocID="{7A89C321-47B6-4C51-81A3-22FDDD9BDDE4}" presName="bgRect" presStyleLbl="bgShp" presStyleIdx="1" presStyleCnt="4"/>
      <dgm:spPr/>
    </dgm:pt>
    <dgm:pt modelId="{7C68F9B3-09EB-4237-B5C0-AD21E27479CF}" type="pres">
      <dgm:prSet presAssocID="{7A89C321-47B6-4C51-81A3-22FDDD9BDDE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805D1B01-D29B-491D-94FC-C405C3063614}" type="pres">
      <dgm:prSet presAssocID="{7A89C321-47B6-4C51-81A3-22FDDD9BDDE4}" presName="spaceRect" presStyleCnt="0"/>
      <dgm:spPr/>
    </dgm:pt>
    <dgm:pt modelId="{2045392E-C87C-4055-B360-1F2299241A61}" type="pres">
      <dgm:prSet presAssocID="{7A89C321-47B6-4C51-81A3-22FDDD9BDDE4}" presName="parTx" presStyleLbl="revTx" presStyleIdx="1" presStyleCnt="4">
        <dgm:presLayoutVars>
          <dgm:chMax val="0"/>
          <dgm:chPref val="0"/>
        </dgm:presLayoutVars>
      </dgm:prSet>
      <dgm:spPr/>
    </dgm:pt>
    <dgm:pt modelId="{C765D8A7-0F45-492F-9EA5-C4C84501C7EF}" type="pres">
      <dgm:prSet presAssocID="{CABF3447-EEFD-44C3-BCB4-4938B0D49B84}" presName="sibTrans" presStyleCnt="0"/>
      <dgm:spPr/>
    </dgm:pt>
    <dgm:pt modelId="{2CA1AB56-AAC4-47C8-ABC0-0ED933E7BD80}" type="pres">
      <dgm:prSet presAssocID="{EE395DF4-D1C9-4701-9867-E39EBC59A4BD}" presName="compNode" presStyleCnt="0"/>
      <dgm:spPr/>
    </dgm:pt>
    <dgm:pt modelId="{EDC6B457-D922-4969-9716-05C901748F52}" type="pres">
      <dgm:prSet presAssocID="{EE395DF4-D1C9-4701-9867-E39EBC59A4BD}" presName="bgRect" presStyleLbl="bgShp" presStyleIdx="2" presStyleCnt="4"/>
      <dgm:spPr/>
    </dgm:pt>
    <dgm:pt modelId="{49A6F9A8-0981-45C3-8693-5755321FCA90}" type="pres">
      <dgm:prSet presAssocID="{EE395DF4-D1C9-4701-9867-E39EBC59A4B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886FB6D2-98C8-4606-A909-C6C275D5827B}" type="pres">
      <dgm:prSet presAssocID="{EE395DF4-D1C9-4701-9867-E39EBC59A4BD}" presName="spaceRect" presStyleCnt="0"/>
      <dgm:spPr/>
    </dgm:pt>
    <dgm:pt modelId="{626C7D40-4850-4011-8664-200B24AE4706}" type="pres">
      <dgm:prSet presAssocID="{EE395DF4-D1C9-4701-9867-E39EBC59A4BD}" presName="parTx" presStyleLbl="revTx" presStyleIdx="2" presStyleCnt="4">
        <dgm:presLayoutVars>
          <dgm:chMax val="0"/>
          <dgm:chPref val="0"/>
        </dgm:presLayoutVars>
      </dgm:prSet>
      <dgm:spPr/>
    </dgm:pt>
    <dgm:pt modelId="{113CBF5E-09D6-4768-9362-CA9356876D4D}" type="pres">
      <dgm:prSet presAssocID="{0F6B43DF-72F9-434B-85F0-3F6B5B224864}" presName="sibTrans" presStyleCnt="0"/>
      <dgm:spPr/>
    </dgm:pt>
    <dgm:pt modelId="{A28AAD62-B641-4A75-986B-2674FA0E7BDA}" type="pres">
      <dgm:prSet presAssocID="{111FF9D1-0D05-430F-BD24-F49607413D17}" presName="compNode" presStyleCnt="0"/>
      <dgm:spPr/>
    </dgm:pt>
    <dgm:pt modelId="{775079C1-F81D-43EB-98B9-5EBC61659A92}" type="pres">
      <dgm:prSet presAssocID="{111FF9D1-0D05-430F-BD24-F49607413D17}" presName="bgRect" presStyleLbl="bgShp" presStyleIdx="3" presStyleCnt="4"/>
      <dgm:spPr/>
    </dgm:pt>
    <dgm:pt modelId="{D81FA598-3802-4361-B4FA-85CBA0F256AA}" type="pres">
      <dgm:prSet presAssocID="{111FF9D1-0D05-430F-BD24-F49607413D1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bbles"/>
        </a:ext>
      </dgm:extLst>
    </dgm:pt>
    <dgm:pt modelId="{D7926396-C47E-40CB-82A2-7C1566EFC5CA}" type="pres">
      <dgm:prSet presAssocID="{111FF9D1-0D05-430F-BD24-F49607413D17}" presName="spaceRect" presStyleCnt="0"/>
      <dgm:spPr/>
    </dgm:pt>
    <dgm:pt modelId="{25885D2E-9951-4836-8125-85CD307474DA}" type="pres">
      <dgm:prSet presAssocID="{111FF9D1-0D05-430F-BD24-F49607413D1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DCD6F06-C72D-4738-A959-72998795E60D}" srcId="{8D57A415-F701-4766-8DE5-4776B3819FDE}" destId="{EE395DF4-D1C9-4701-9867-E39EBC59A4BD}" srcOrd="2" destOrd="0" parTransId="{493754DD-A0A3-4D48-BE8E-94C8E22EEB38}" sibTransId="{0F6B43DF-72F9-434B-85F0-3F6B5B224864}"/>
    <dgm:cxn modelId="{1D690C2C-952A-457F-92CE-0459A857FB2F}" type="presOf" srcId="{7A89C321-47B6-4C51-81A3-22FDDD9BDDE4}" destId="{2045392E-C87C-4055-B360-1F2299241A61}" srcOrd="0" destOrd="0" presId="urn:microsoft.com/office/officeart/2018/2/layout/IconVerticalSolidList"/>
    <dgm:cxn modelId="{F08F2643-722F-4F45-B63A-99949DF714A0}" srcId="{8D57A415-F701-4766-8DE5-4776B3819FDE}" destId="{111FF9D1-0D05-430F-BD24-F49607413D17}" srcOrd="3" destOrd="0" parTransId="{AEBD88D2-FDEA-4F07-94D3-7B41465ACDC3}" sibTransId="{D7C0CC04-0E0A-4A82-A014-51286DEED619}"/>
    <dgm:cxn modelId="{06E7086A-5D8E-4740-8D7A-3A7FD42802F3}" srcId="{8D57A415-F701-4766-8DE5-4776B3819FDE}" destId="{08F87B08-C5A0-4C99-A456-995EAD071A89}" srcOrd="0" destOrd="0" parTransId="{6B25BD88-C23D-4151-8E63-795F9E1E1243}" sibTransId="{9C108ED6-8BFD-4899-A9E9-B6C29D0F4ABE}"/>
    <dgm:cxn modelId="{CA1D4059-6475-4067-8340-A9B43871E007}" srcId="{8D57A415-F701-4766-8DE5-4776B3819FDE}" destId="{7A89C321-47B6-4C51-81A3-22FDDD9BDDE4}" srcOrd="1" destOrd="0" parTransId="{723437E7-24C1-481A-81B0-EED406F34302}" sibTransId="{CABF3447-EEFD-44C3-BCB4-4938B0D49B84}"/>
    <dgm:cxn modelId="{F4C1EF8D-EF39-4A4B-BEF3-1AF42DCCD2D4}" type="presOf" srcId="{EE395DF4-D1C9-4701-9867-E39EBC59A4BD}" destId="{626C7D40-4850-4011-8664-200B24AE4706}" srcOrd="0" destOrd="0" presId="urn:microsoft.com/office/officeart/2018/2/layout/IconVerticalSolidList"/>
    <dgm:cxn modelId="{6E932FA0-8A37-476E-BDDC-C5DBCEF1C115}" type="presOf" srcId="{111FF9D1-0D05-430F-BD24-F49607413D17}" destId="{25885D2E-9951-4836-8125-85CD307474DA}" srcOrd="0" destOrd="0" presId="urn:microsoft.com/office/officeart/2018/2/layout/IconVerticalSolidList"/>
    <dgm:cxn modelId="{25B760A0-25FB-4E83-A577-2471E706C507}" type="presOf" srcId="{8D57A415-F701-4766-8DE5-4776B3819FDE}" destId="{113A9CCB-0271-4B81-B4B5-BDDDEC7B898B}" srcOrd="0" destOrd="0" presId="urn:microsoft.com/office/officeart/2018/2/layout/IconVerticalSolidList"/>
    <dgm:cxn modelId="{FA4E22B4-1DBB-42F5-8776-7AFA8C2EDD8C}" type="presOf" srcId="{08F87B08-C5A0-4C99-A456-995EAD071A89}" destId="{C188F955-7FBE-488B-A1CC-A0524CE9693C}" srcOrd="0" destOrd="0" presId="urn:microsoft.com/office/officeart/2018/2/layout/IconVerticalSolidList"/>
    <dgm:cxn modelId="{57C14601-A30A-4100-901E-528A4FFE6D09}" type="presParOf" srcId="{113A9CCB-0271-4B81-B4B5-BDDDEC7B898B}" destId="{0A3A617D-B66A-4B54-AC69-013A0E7B25C0}" srcOrd="0" destOrd="0" presId="urn:microsoft.com/office/officeart/2018/2/layout/IconVerticalSolidList"/>
    <dgm:cxn modelId="{DEC11224-D422-4774-83EC-FA423221CA40}" type="presParOf" srcId="{0A3A617D-B66A-4B54-AC69-013A0E7B25C0}" destId="{83529D22-DBBE-43B1-B819-4505DFCB11A7}" srcOrd="0" destOrd="0" presId="urn:microsoft.com/office/officeart/2018/2/layout/IconVerticalSolidList"/>
    <dgm:cxn modelId="{B1C4BE54-CBC1-4B43-9ABA-A6A9CB9880EA}" type="presParOf" srcId="{0A3A617D-B66A-4B54-AC69-013A0E7B25C0}" destId="{2AB3CFA2-9D58-4B08-8355-744C494463E8}" srcOrd="1" destOrd="0" presId="urn:microsoft.com/office/officeart/2018/2/layout/IconVerticalSolidList"/>
    <dgm:cxn modelId="{51B7F6D2-84EF-4B16-ADBD-5A74F2D002AB}" type="presParOf" srcId="{0A3A617D-B66A-4B54-AC69-013A0E7B25C0}" destId="{9FC3E1F6-C905-4603-85CB-FBE30C1E5BE5}" srcOrd="2" destOrd="0" presId="urn:microsoft.com/office/officeart/2018/2/layout/IconVerticalSolidList"/>
    <dgm:cxn modelId="{8050CE63-5B49-4C27-B0C0-FE622A7BD8F1}" type="presParOf" srcId="{0A3A617D-B66A-4B54-AC69-013A0E7B25C0}" destId="{C188F955-7FBE-488B-A1CC-A0524CE9693C}" srcOrd="3" destOrd="0" presId="urn:microsoft.com/office/officeart/2018/2/layout/IconVerticalSolidList"/>
    <dgm:cxn modelId="{CDBE58A9-88BF-4978-8896-3170FC933C65}" type="presParOf" srcId="{113A9CCB-0271-4B81-B4B5-BDDDEC7B898B}" destId="{A40D8531-324C-45D1-973F-FA69123FECA5}" srcOrd="1" destOrd="0" presId="urn:microsoft.com/office/officeart/2018/2/layout/IconVerticalSolidList"/>
    <dgm:cxn modelId="{5131D073-48E3-4069-A32E-7B310314004F}" type="presParOf" srcId="{113A9CCB-0271-4B81-B4B5-BDDDEC7B898B}" destId="{9EA7D4CA-4661-4E35-8661-A8D6EF2CC97E}" srcOrd="2" destOrd="0" presId="urn:microsoft.com/office/officeart/2018/2/layout/IconVerticalSolidList"/>
    <dgm:cxn modelId="{0E66BBC2-53A2-4024-A099-6423896B0EA6}" type="presParOf" srcId="{9EA7D4CA-4661-4E35-8661-A8D6EF2CC97E}" destId="{4EAD5904-E29D-4248-9D12-0C5EA33BB367}" srcOrd="0" destOrd="0" presId="urn:microsoft.com/office/officeart/2018/2/layout/IconVerticalSolidList"/>
    <dgm:cxn modelId="{DD71C6E4-4B1A-41AF-A880-0423E518F8C3}" type="presParOf" srcId="{9EA7D4CA-4661-4E35-8661-A8D6EF2CC97E}" destId="{7C68F9B3-09EB-4237-B5C0-AD21E27479CF}" srcOrd="1" destOrd="0" presId="urn:microsoft.com/office/officeart/2018/2/layout/IconVerticalSolidList"/>
    <dgm:cxn modelId="{76801A90-98DD-44BC-B3BE-F21C078FF381}" type="presParOf" srcId="{9EA7D4CA-4661-4E35-8661-A8D6EF2CC97E}" destId="{805D1B01-D29B-491D-94FC-C405C3063614}" srcOrd="2" destOrd="0" presId="urn:microsoft.com/office/officeart/2018/2/layout/IconVerticalSolidList"/>
    <dgm:cxn modelId="{9C74D532-9253-43AD-892C-A6BD40484C72}" type="presParOf" srcId="{9EA7D4CA-4661-4E35-8661-A8D6EF2CC97E}" destId="{2045392E-C87C-4055-B360-1F2299241A61}" srcOrd="3" destOrd="0" presId="urn:microsoft.com/office/officeart/2018/2/layout/IconVerticalSolidList"/>
    <dgm:cxn modelId="{B136A383-8E53-417D-AE6B-198D7C0B005F}" type="presParOf" srcId="{113A9CCB-0271-4B81-B4B5-BDDDEC7B898B}" destId="{C765D8A7-0F45-492F-9EA5-C4C84501C7EF}" srcOrd="3" destOrd="0" presId="urn:microsoft.com/office/officeart/2018/2/layout/IconVerticalSolidList"/>
    <dgm:cxn modelId="{7CA6DC21-80DC-44F0-91B8-6AA119DD4A31}" type="presParOf" srcId="{113A9CCB-0271-4B81-B4B5-BDDDEC7B898B}" destId="{2CA1AB56-AAC4-47C8-ABC0-0ED933E7BD80}" srcOrd="4" destOrd="0" presId="urn:microsoft.com/office/officeart/2018/2/layout/IconVerticalSolidList"/>
    <dgm:cxn modelId="{FE5B9D71-5A42-4375-AE8D-18E74CAE2013}" type="presParOf" srcId="{2CA1AB56-AAC4-47C8-ABC0-0ED933E7BD80}" destId="{EDC6B457-D922-4969-9716-05C901748F52}" srcOrd="0" destOrd="0" presId="urn:microsoft.com/office/officeart/2018/2/layout/IconVerticalSolidList"/>
    <dgm:cxn modelId="{0B539349-F7A0-4C4C-ABC4-40443F126C4D}" type="presParOf" srcId="{2CA1AB56-AAC4-47C8-ABC0-0ED933E7BD80}" destId="{49A6F9A8-0981-45C3-8693-5755321FCA90}" srcOrd="1" destOrd="0" presId="urn:microsoft.com/office/officeart/2018/2/layout/IconVerticalSolidList"/>
    <dgm:cxn modelId="{84525463-982F-4D2C-914C-3FEEF4F67C4E}" type="presParOf" srcId="{2CA1AB56-AAC4-47C8-ABC0-0ED933E7BD80}" destId="{886FB6D2-98C8-4606-A909-C6C275D5827B}" srcOrd="2" destOrd="0" presId="urn:microsoft.com/office/officeart/2018/2/layout/IconVerticalSolidList"/>
    <dgm:cxn modelId="{DFB5EF63-6597-4398-B05A-1CC0234EEDD1}" type="presParOf" srcId="{2CA1AB56-AAC4-47C8-ABC0-0ED933E7BD80}" destId="{626C7D40-4850-4011-8664-200B24AE4706}" srcOrd="3" destOrd="0" presId="urn:microsoft.com/office/officeart/2018/2/layout/IconVerticalSolidList"/>
    <dgm:cxn modelId="{A627E994-42F5-4468-B1AB-74EAE64FE568}" type="presParOf" srcId="{113A9CCB-0271-4B81-B4B5-BDDDEC7B898B}" destId="{113CBF5E-09D6-4768-9362-CA9356876D4D}" srcOrd="5" destOrd="0" presId="urn:microsoft.com/office/officeart/2018/2/layout/IconVerticalSolidList"/>
    <dgm:cxn modelId="{E789F5FB-2A8D-4153-88E5-59626CC529F5}" type="presParOf" srcId="{113A9CCB-0271-4B81-B4B5-BDDDEC7B898B}" destId="{A28AAD62-B641-4A75-986B-2674FA0E7BDA}" srcOrd="6" destOrd="0" presId="urn:microsoft.com/office/officeart/2018/2/layout/IconVerticalSolidList"/>
    <dgm:cxn modelId="{EECE5392-9871-4A54-BF54-16B0CA58CF8D}" type="presParOf" srcId="{A28AAD62-B641-4A75-986B-2674FA0E7BDA}" destId="{775079C1-F81D-43EB-98B9-5EBC61659A92}" srcOrd="0" destOrd="0" presId="urn:microsoft.com/office/officeart/2018/2/layout/IconVerticalSolidList"/>
    <dgm:cxn modelId="{12B4713C-C51F-423A-BCA3-1A44A5607E72}" type="presParOf" srcId="{A28AAD62-B641-4A75-986B-2674FA0E7BDA}" destId="{D81FA598-3802-4361-B4FA-85CBA0F256AA}" srcOrd="1" destOrd="0" presId="urn:microsoft.com/office/officeart/2018/2/layout/IconVerticalSolidList"/>
    <dgm:cxn modelId="{8939A541-16B1-46CD-A913-CA7801485E33}" type="presParOf" srcId="{A28AAD62-B641-4A75-986B-2674FA0E7BDA}" destId="{D7926396-C47E-40CB-82A2-7C1566EFC5CA}" srcOrd="2" destOrd="0" presId="urn:microsoft.com/office/officeart/2018/2/layout/IconVerticalSolidList"/>
    <dgm:cxn modelId="{BCAD732D-F95E-4F95-8D63-4549D680B4F0}" type="presParOf" srcId="{A28AAD62-B641-4A75-986B-2674FA0E7BDA}" destId="{25885D2E-9951-4836-8125-85CD307474D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7AEB2A-218C-4990-9248-063D68582B01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AE4F51C-BF96-4E4D-A62C-3C688C32138F}">
      <dgm:prSet/>
      <dgm:spPr/>
      <dgm:t>
        <a:bodyPr/>
        <a:lstStyle/>
        <a:p>
          <a:r>
            <a:rPr lang="en-GB"/>
            <a:t>Sense: očitavanje taskova, settings, user intents</a:t>
          </a:r>
          <a:endParaRPr lang="en-US"/>
        </a:p>
      </dgm:t>
    </dgm:pt>
    <dgm:pt modelId="{108B94F3-FEE6-400B-898B-DF3B41C0C12D}" type="parTrans" cxnId="{C508E226-A0FC-4C21-AD90-D74498FAE07F}">
      <dgm:prSet/>
      <dgm:spPr/>
      <dgm:t>
        <a:bodyPr/>
        <a:lstStyle/>
        <a:p>
          <a:endParaRPr lang="en-US"/>
        </a:p>
      </dgm:t>
    </dgm:pt>
    <dgm:pt modelId="{09AE0D86-7AC1-474D-B2B2-1F386B1C2A52}" type="sibTrans" cxnId="{C508E226-A0FC-4C21-AD90-D74498FAE07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DCD1FC25-4060-401F-B6B7-1047F41BFCDE}">
      <dgm:prSet/>
      <dgm:spPr/>
      <dgm:t>
        <a:bodyPr/>
        <a:lstStyle/>
        <a:p>
          <a:r>
            <a:rPr lang="en-GB"/>
            <a:t>Think: heuristike za urgenciju i pravila politike</a:t>
          </a:r>
          <a:endParaRPr lang="en-US"/>
        </a:p>
      </dgm:t>
    </dgm:pt>
    <dgm:pt modelId="{DE83D9B2-0802-4BAE-85FF-574716B87C59}" type="parTrans" cxnId="{91CB48B7-6335-4240-9FA2-98B3D9A187A7}">
      <dgm:prSet/>
      <dgm:spPr/>
      <dgm:t>
        <a:bodyPr/>
        <a:lstStyle/>
        <a:p>
          <a:endParaRPr lang="en-US"/>
        </a:p>
      </dgm:t>
    </dgm:pt>
    <dgm:pt modelId="{74E18783-D759-4059-87D8-7547BF00ACA2}" type="sibTrans" cxnId="{91CB48B7-6335-4240-9FA2-98B3D9A187A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71A7FCF4-4075-4780-951A-F92B68A0B756}">
      <dgm:prSet/>
      <dgm:spPr/>
      <dgm:t>
        <a:bodyPr/>
        <a:lstStyle/>
        <a:p>
          <a:r>
            <a:rPr lang="en-GB"/>
            <a:t>Act: update status, recommend, schedule (snooze)</a:t>
          </a:r>
          <a:endParaRPr lang="en-US"/>
        </a:p>
      </dgm:t>
    </dgm:pt>
    <dgm:pt modelId="{3B2AEB30-03E9-4F81-8A7E-B3844F273589}" type="parTrans" cxnId="{BC9000D8-A5B0-477B-9E7C-1131D1540468}">
      <dgm:prSet/>
      <dgm:spPr/>
      <dgm:t>
        <a:bodyPr/>
        <a:lstStyle/>
        <a:p>
          <a:endParaRPr lang="en-US"/>
        </a:p>
      </dgm:t>
    </dgm:pt>
    <dgm:pt modelId="{2548464E-E1B5-4C71-AE0E-299A333ABAB4}" type="sibTrans" cxnId="{BC9000D8-A5B0-477B-9E7C-1131D1540468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77ECBD93-057B-49AC-9631-D56536022F0F}">
      <dgm:prSet/>
      <dgm:spPr/>
      <dgm:t>
        <a:bodyPr/>
        <a:lstStyle/>
        <a:p>
          <a:r>
            <a:rPr lang="en-GB"/>
            <a:t>Learn: pratiti uspjeh i prilagođavati pragove</a:t>
          </a:r>
          <a:endParaRPr lang="en-US"/>
        </a:p>
      </dgm:t>
    </dgm:pt>
    <dgm:pt modelId="{02785AE8-03A9-4B80-8D16-DCDC3E670A8A}" type="parTrans" cxnId="{B1FF6301-405C-470A-884C-BC4AE54CF127}">
      <dgm:prSet/>
      <dgm:spPr/>
      <dgm:t>
        <a:bodyPr/>
        <a:lstStyle/>
        <a:p>
          <a:endParaRPr lang="en-US"/>
        </a:p>
      </dgm:t>
    </dgm:pt>
    <dgm:pt modelId="{8AF52FE5-477E-45CE-B99A-C09E0DC6ACF6}" type="sibTrans" cxnId="{B1FF6301-405C-470A-884C-BC4AE54CF127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DA7A5DF5-8351-4A01-B7B4-3C137BEAB240}" type="pres">
      <dgm:prSet presAssocID="{1B7AEB2A-218C-4990-9248-063D68582B01}" presName="Name0" presStyleCnt="0">
        <dgm:presLayoutVars>
          <dgm:animLvl val="lvl"/>
          <dgm:resizeHandles val="exact"/>
        </dgm:presLayoutVars>
      </dgm:prSet>
      <dgm:spPr/>
    </dgm:pt>
    <dgm:pt modelId="{671F83DF-BABE-40E4-BB1A-AA88890CD4F8}" type="pres">
      <dgm:prSet presAssocID="{DAE4F51C-BF96-4E4D-A62C-3C688C32138F}" presName="compositeNode" presStyleCnt="0">
        <dgm:presLayoutVars>
          <dgm:bulletEnabled val="1"/>
        </dgm:presLayoutVars>
      </dgm:prSet>
      <dgm:spPr/>
    </dgm:pt>
    <dgm:pt modelId="{CF2B433F-FE34-4B4E-B5F1-560256FE1484}" type="pres">
      <dgm:prSet presAssocID="{DAE4F51C-BF96-4E4D-A62C-3C688C32138F}" presName="bgRect" presStyleLbl="bgAccFollowNode1" presStyleIdx="0" presStyleCnt="4"/>
      <dgm:spPr/>
    </dgm:pt>
    <dgm:pt modelId="{7F54693D-BAAF-4717-B23D-3EB10C836FB2}" type="pres">
      <dgm:prSet presAssocID="{09AE0D86-7AC1-474D-B2B2-1F386B1C2A52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077DC735-E932-4366-96FB-F2031C3C7F52}" type="pres">
      <dgm:prSet presAssocID="{DAE4F51C-BF96-4E4D-A62C-3C688C32138F}" presName="bottomLine" presStyleLbl="alignNode1" presStyleIdx="1" presStyleCnt="8">
        <dgm:presLayoutVars/>
      </dgm:prSet>
      <dgm:spPr/>
    </dgm:pt>
    <dgm:pt modelId="{ABB9E568-CF26-462C-9846-B0C5C80536A2}" type="pres">
      <dgm:prSet presAssocID="{DAE4F51C-BF96-4E4D-A62C-3C688C32138F}" presName="nodeText" presStyleLbl="bgAccFollowNode1" presStyleIdx="0" presStyleCnt="4">
        <dgm:presLayoutVars>
          <dgm:bulletEnabled val="1"/>
        </dgm:presLayoutVars>
      </dgm:prSet>
      <dgm:spPr/>
    </dgm:pt>
    <dgm:pt modelId="{CAC2227B-E82A-4458-B150-7064CEF19019}" type="pres">
      <dgm:prSet presAssocID="{09AE0D86-7AC1-474D-B2B2-1F386B1C2A52}" presName="sibTrans" presStyleCnt="0"/>
      <dgm:spPr/>
    </dgm:pt>
    <dgm:pt modelId="{4C543F78-AFD6-4CFB-9312-6FC8E4B8698C}" type="pres">
      <dgm:prSet presAssocID="{DCD1FC25-4060-401F-B6B7-1047F41BFCDE}" presName="compositeNode" presStyleCnt="0">
        <dgm:presLayoutVars>
          <dgm:bulletEnabled val="1"/>
        </dgm:presLayoutVars>
      </dgm:prSet>
      <dgm:spPr/>
    </dgm:pt>
    <dgm:pt modelId="{5D315D49-6AC1-4955-A1AA-24D98A2D2B57}" type="pres">
      <dgm:prSet presAssocID="{DCD1FC25-4060-401F-B6B7-1047F41BFCDE}" presName="bgRect" presStyleLbl="bgAccFollowNode1" presStyleIdx="1" presStyleCnt="4"/>
      <dgm:spPr/>
    </dgm:pt>
    <dgm:pt modelId="{CF3EF070-C6AA-4175-A639-61EEB78646A1}" type="pres">
      <dgm:prSet presAssocID="{74E18783-D759-4059-87D8-7547BF00ACA2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E6A50BAD-851B-43D6-94B7-9B77EF03C5C8}" type="pres">
      <dgm:prSet presAssocID="{DCD1FC25-4060-401F-B6B7-1047F41BFCDE}" presName="bottomLine" presStyleLbl="alignNode1" presStyleIdx="3" presStyleCnt="8">
        <dgm:presLayoutVars/>
      </dgm:prSet>
      <dgm:spPr/>
    </dgm:pt>
    <dgm:pt modelId="{B68EA189-3D2C-4CD7-8455-BB86A96C2BFB}" type="pres">
      <dgm:prSet presAssocID="{DCD1FC25-4060-401F-B6B7-1047F41BFCDE}" presName="nodeText" presStyleLbl="bgAccFollowNode1" presStyleIdx="1" presStyleCnt="4">
        <dgm:presLayoutVars>
          <dgm:bulletEnabled val="1"/>
        </dgm:presLayoutVars>
      </dgm:prSet>
      <dgm:spPr/>
    </dgm:pt>
    <dgm:pt modelId="{2E65FC98-B516-429B-9948-3A68BFD33772}" type="pres">
      <dgm:prSet presAssocID="{74E18783-D759-4059-87D8-7547BF00ACA2}" presName="sibTrans" presStyleCnt="0"/>
      <dgm:spPr/>
    </dgm:pt>
    <dgm:pt modelId="{5FAA60C2-B014-4FAC-99C6-7DFCD54F6BE1}" type="pres">
      <dgm:prSet presAssocID="{71A7FCF4-4075-4780-951A-F92B68A0B756}" presName="compositeNode" presStyleCnt="0">
        <dgm:presLayoutVars>
          <dgm:bulletEnabled val="1"/>
        </dgm:presLayoutVars>
      </dgm:prSet>
      <dgm:spPr/>
    </dgm:pt>
    <dgm:pt modelId="{5AD61903-71E2-4763-ACFC-49BADA0B6E8E}" type="pres">
      <dgm:prSet presAssocID="{71A7FCF4-4075-4780-951A-F92B68A0B756}" presName="bgRect" presStyleLbl="bgAccFollowNode1" presStyleIdx="2" presStyleCnt="4"/>
      <dgm:spPr/>
    </dgm:pt>
    <dgm:pt modelId="{609C5EA8-0378-472D-B67A-750BC6F7D6F1}" type="pres">
      <dgm:prSet presAssocID="{2548464E-E1B5-4C71-AE0E-299A333ABAB4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7CFFFF22-91C9-4F91-9C63-D42A10B1F0B7}" type="pres">
      <dgm:prSet presAssocID="{71A7FCF4-4075-4780-951A-F92B68A0B756}" presName="bottomLine" presStyleLbl="alignNode1" presStyleIdx="5" presStyleCnt="8">
        <dgm:presLayoutVars/>
      </dgm:prSet>
      <dgm:spPr/>
    </dgm:pt>
    <dgm:pt modelId="{474E3D76-6CB2-4FC9-B081-7548C1980D87}" type="pres">
      <dgm:prSet presAssocID="{71A7FCF4-4075-4780-951A-F92B68A0B756}" presName="nodeText" presStyleLbl="bgAccFollowNode1" presStyleIdx="2" presStyleCnt="4">
        <dgm:presLayoutVars>
          <dgm:bulletEnabled val="1"/>
        </dgm:presLayoutVars>
      </dgm:prSet>
      <dgm:spPr/>
    </dgm:pt>
    <dgm:pt modelId="{2E57741B-633F-4D08-98F0-D08BCE26E346}" type="pres">
      <dgm:prSet presAssocID="{2548464E-E1B5-4C71-AE0E-299A333ABAB4}" presName="sibTrans" presStyleCnt="0"/>
      <dgm:spPr/>
    </dgm:pt>
    <dgm:pt modelId="{042E711A-A47A-4849-AA8C-A1CAA872458B}" type="pres">
      <dgm:prSet presAssocID="{77ECBD93-057B-49AC-9631-D56536022F0F}" presName="compositeNode" presStyleCnt="0">
        <dgm:presLayoutVars>
          <dgm:bulletEnabled val="1"/>
        </dgm:presLayoutVars>
      </dgm:prSet>
      <dgm:spPr/>
    </dgm:pt>
    <dgm:pt modelId="{9886743F-1CF3-4FDD-A5D5-902F5A789420}" type="pres">
      <dgm:prSet presAssocID="{77ECBD93-057B-49AC-9631-D56536022F0F}" presName="bgRect" presStyleLbl="bgAccFollowNode1" presStyleIdx="3" presStyleCnt="4"/>
      <dgm:spPr/>
    </dgm:pt>
    <dgm:pt modelId="{26EFD122-36A8-4B01-B589-6D0EFA765FAF}" type="pres">
      <dgm:prSet presAssocID="{8AF52FE5-477E-45CE-B99A-C09E0DC6ACF6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08B6929F-20E6-460D-8075-2E7739A1105F}" type="pres">
      <dgm:prSet presAssocID="{77ECBD93-057B-49AC-9631-D56536022F0F}" presName="bottomLine" presStyleLbl="alignNode1" presStyleIdx="7" presStyleCnt="8">
        <dgm:presLayoutVars/>
      </dgm:prSet>
      <dgm:spPr/>
    </dgm:pt>
    <dgm:pt modelId="{A66F7A94-F350-406B-97AD-A3C44A43A33E}" type="pres">
      <dgm:prSet presAssocID="{77ECBD93-057B-49AC-9631-D56536022F0F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E96A4200-B9AB-4BFC-A5CB-9607C84690FC}" type="presOf" srcId="{1B7AEB2A-218C-4990-9248-063D68582B01}" destId="{DA7A5DF5-8351-4A01-B7B4-3C137BEAB240}" srcOrd="0" destOrd="0" presId="urn:microsoft.com/office/officeart/2016/7/layout/BasicLinearProcessNumbered"/>
    <dgm:cxn modelId="{B1FF6301-405C-470A-884C-BC4AE54CF127}" srcId="{1B7AEB2A-218C-4990-9248-063D68582B01}" destId="{77ECBD93-057B-49AC-9631-D56536022F0F}" srcOrd="3" destOrd="0" parTransId="{02785AE8-03A9-4B80-8D16-DCDC3E670A8A}" sibTransId="{8AF52FE5-477E-45CE-B99A-C09E0DC6ACF6}"/>
    <dgm:cxn modelId="{C508E226-A0FC-4C21-AD90-D74498FAE07F}" srcId="{1B7AEB2A-218C-4990-9248-063D68582B01}" destId="{DAE4F51C-BF96-4E4D-A62C-3C688C32138F}" srcOrd="0" destOrd="0" parTransId="{108B94F3-FEE6-400B-898B-DF3B41C0C12D}" sibTransId="{09AE0D86-7AC1-474D-B2B2-1F386B1C2A52}"/>
    <dgm:cxn modelId="{5518E53B-BC88-4B0A-95DA-D7F5384FD452}" type="presOf" srcId="{DAE4F51C-BF96-4E4D-A62C-3C688C32138F}" destId="{CF2B433F-FE34-4B4E-B5F1-560256FE1484}" srcOrd="0" destOrd="0" presId="urn:microsoft.com/office/officeart/2016/7/layout/BasicLinearProcessNumbered"/>
    <dgm:cxn modelId="{58013741-565C-414A-8755-150EE77189BD}" type="presOf" srcId="{DAE4F51C-BF96-4E4D-A62C-3C688C32138F}" destId="{ABB9E568-CF26-462C-9846-B0C5C80536A2}" srcOrd="1" destOrd="0" presId="urn:microsoft.com/office/officeart/2016/7/layout/BasicLinearProcessNumbered"/>
    <dgm:cxn modelId="{7561CA6C-6BCB-40A7-BB84-DCCB65F6F661}" type="presOf" srcId="{71A7FCF4-4075-4780-951A-F92B68A0B756}" destId="{5AD61903-71E2-4763-ACFC-49BADA0B6E8E}" srcOrd="0" destOrd="0" presId="urn:microsoft.com/office/officeart/2016/7/layout/BasicLinearProcessNumbered"/>
    <dgm:cxn modelId="{73E6DF54-879C-448F-95A4-B8FD5AE1A08C}" type="presOf" srcId="{2548464E-E1B5-4C71-AE0E-299A333ABAB4}" destId="{609C5EA8-0378-472D-B67A-750BC6F7D6F1}" srcOrd="0" destOrd="0" presId="urn:microsoft.com/office/officeart/2016/7/layout/BasicLinearProcessNumbered"/>
    <dgm:cxn modelId="{F005027B-D7F0-4D7B-964A-EA7D76607A71}" type="presOf" srcId="{8AF52FE5-477E-45CE-B99A-C09E0DC6ACF6}" destId="{26EFD122-36A8-4B01-B589-6D0EFA765FAF}" srcOrd="0" destOrd="0" presId="urn:microsoft.com/office/officeart/2016/7/layout/BasicLinearProcessNumbered"/>
    <dgm:cxn modelId="{1A84FB81-1EBC-45E1-A163-2EE340BF4473}" type="presOf" srcId="{77ECBD93-057B-49AC-9631-D56536022F0F}" destId="{A66F7A94-F350-406B-97AD-A3C44A43A33E}" srcOrd="1" destOrd="0" presId="urn:microsoft.com/office/officeart/2016/7/layout/BasicLinearProcessNumbered"/>
    <dgm:cxn modelId="{8106B9A4-51B5-4338-A553-B71B732B5A00}" type="presOf" srcId="{DCD1FC25-4060-401F-B6B7-1047F41BFCDE}" destId="{5D315D49-6AC1-4955-A1AA-24D98A2D2B57}" srcOrd="0" destOrd="0" presId="urn:microsoft.com/office/officeart/2016/7/layout/BasicLinearProcessNumbered"/>
    <dgm:cxn modelId="{3B3AAFB1-E35F-4333-B50B-E65E4F1F215C}" type="presOf" srcId="{77ECBD93-057B-49AC-9631-D56536022F0F}" destId="{9886743F-1CF3-4FDD-A5D5-902F5A789420}" srcOrd="0" destOrd="0" presId="urn:microsoft.com/office/officeart/2016/7/layout/BasicLinearProcessNumbered"/>
    <dgm:cxn modelId="{91CB48B7-6335-4240-9FA2-98B3D9A187A7}" srcId="{1B7AEB2A-218C-4990-9248-063D68582B01}" destId="{DCD1FC25-4060-401F-B6B7-1047F41BFCDE}" srcOrd="1" destOrd="0" parTransId="{DE83D9B2-0802-4BAE-85FF-574716B87C59}" sibTransId="{74E18783-D759-4059-87D8-7547BF00ACA2}"/>
    <dgm:cxn modelId="{3942B7C4-024A-4E3B-BAA3-35134A43BB6F}" type="presOf" srcId="{74E18783-D759-4059-87D8-7547BF00ACA2}" destId="{CF3EF070-C6AA-4175-A639-61EEB78646A1}" srcOrd="0" destOrd="0" presId="urn:microsoft.com/office/officeart/2016/7/layout/BasicLinearProcessNumbered"/>
    <dgm:cxn modelId="{4617C5CA-EA5A-463F-9619-0D0BA6A00D4C}" type="presOf" srcId="{71A7FCF4-4075-4780-951A-F92B68A0B756}" destId="{474E3D76-6CB2-4FC9-B081-7548C1980D87}" srcOrd="1" destOrd="0" presId="urn:microsoft.com/office/officeart/2016/7/layout/BasicLinearProcessNumbered"/>
    <dgm:cxn modelId="{AC9DDFD1-02CD-4B96-8B4D-68163A9B7B9A}" type="presOf" srcId="{09AE0D86-7AC1-474D-B2B2-1F386B1C2A52}" destId="{7F54693D-BAAF-4717-B23D-3EB10C836FB2}" srcOrd="0" destOrd="0" presId="urn:microsoft.com/office/officeart/2016/7/layout/BasicLinearProcessNumbered"/>
    <dgm:cxn modelId="{BC9000D8-A5B0-477B-9E7C-1131D1540468}" srcId="{1B7AEB2A-218C-4990-9248-063D68582B01}" destId="{71A7FCF4-4075-4780-951A-F92B68A0B756}" srcOrd="2" destOrd="0" parTransId="{3B2AEB30-03E9-4F81-8A7E-B3844F273589}" sibTransId="{2548464E-E1B5-4C71-AE0E-299A333ABAB4}"/>
    <dgm:cxn modelId="{D3160DFB-A5FB-41B4-805C-AAB6BD17EE7E}" type="presOf" srcId="{DCD1FC25-4060-401F-B6B7-1047F41BFCDE}" destId="{B68EA189-3D2C-4CD7-8455-BB86A96C2BFB}" srcOrd="1" destOrd="0" presId="urn:microsoft.com/office/officeart/2016/7/layout/BasicLinearProcessNumbered"/>
    <dgm:cxn modelId="{C041B10E-5409-43A0-BCE0-89ABC6465670}" type="presParOf" srcId="{DA7A5DF5-8351-4A01-B7B4-3C137BEAB240}" destId="{671F83DF-BABE-40E4-BB1A-AA88890CD4F8}" srcOrd="0" destOrd="0" presId="urn:microsoft.com/office/officeart/2016/7/layout/BasicLinearProcessNumbered"/>
    <dgm:cxn modelId="{2AD1B22A-14C3-43C6-BCE5-F9714D0C1626}" type="presParOf" srcId="{671F83DF-BABE-40E4-BB1A-AA88890CD4F8}" destId="{CF2B433F-FE34-4B4E-B5F1-560256FE1484}" srcOrd="0" destOrd="0" presId="urn:microsoft.com/office/officeart/2016/7/layout/BasicLinearProcessNumbered"/>
    <dgm:cxn modelId="{E8075BAF-1B6A-4A0F-8278-40372F59D003}" type="presParOf" srcId="{671F83DF-BABE-40E4-BB1A-AA88890CD4F8}" destId="{7F54693D-BAAF-4717-B23D-3EB10C836FB2}" srcOrd="1" destOrd="0" presId="urn:microsoft.com/office/officeart/2016/7/layout/BasicLinearProcessNumbered"/>
    <dgm:cxn modelId="{40148A80-CFE8-48D7-9467-0F4A1C6EC3D8}" type="presParOf" srcId="{671F83DF-BABE-40E4-BB1A-AA88890CD4F8}" destId="{077DC735-E932-4366-96FB-F2031C3C7F52}" srcOrd="2" destOrd="0" presId="urn:microsoft.com/office/officeart/2016/7/layout/BasicLinearProcessNumbered"/>
    <dgm:cxn modelId="{84396DF8-F9E5-4C1E-A039-D75AC8208B14}" type="presParOf" srcId="{671F83DF-BABE-40E4-BB1A-AA88890CD4F8}" destId="{ABB9E568-CF26-462C-9846-B0C5C80536A2}" srcOrd="3" destOrd="0" presId="urn:microsoft.com/office/officeart/2016/7/layout/BasicLinearProcessNumbered"/>
    <dgm:cxn modelId="{15C46455-4A2B-4CC1-9B18-B9BAEA1249B6}" type="presParOf" srcId="{DA7A5DF5-8351-4A01-B7B4-3C137BEAB240}" destId="{CAC2227B-E82A-4458-B150-7064CEF19019}" srcOrd="1" destOrd="0" presId="urn:microsoft.com/office/officeart/2016/7/layout/BasicLinearProcessNumbered"/>
    <dgm:cxn modelId="{07FC65A3-7204-4C4F-B69C-B6EBA260FBF6}" type="presParOf" srcId="{DA7A5DF5-8351-4A01-B7B4-3C137BEAB240}" destId="{4C543F78-AFD6-4CFB-9312-6FC8E4B8698C}" srcOrd="2" destOrd="0" presId="urn:microsoft.com/office/officeart/2016/7/layout/BasicLinearProcessNumbered"/>
    <dgm:cxn modelId="{74066D0F-A794-4C83-8F12-0C01D1F50F43}" type="presParOf" srcId="{4C543F78-AFD6-4CFB-9312-6FC8E4B8698C}" destId="{5D315D49-6AC1-4955-A1AA-24D98A2D2B57}" srcOrd="0" destOrd="0" presId="urn:microsoft.com/office/officeart/2016/7/layout/BasicLinearProcessNumbered"/>
    <dgm:cxn modelId="{F1970FCA-88F1-44C3-8780-9C20EABCB215}" type="presParOf" srcId="{4C543F78-AFD6-4CFB-9312-6FC8E4B8698C}" destId="{CF3EF070-C6AA-4175-A639-61EEB78646A1}" srcOrd="1" destOrd="0" presId="urn:microsoft.com/office/officeart/2016/7/layout/BasicLinearProcessNumbered"/>
    <dgm:cxn modelId="{0B551009-F9AF-41C3-9E51-E20A2557AC4A}" type="presParOf" srcId="{4C543F78-AFD6-4CFB-9312-6FC8E4B8698C}" destId="{E6A50BAD-851B-43D6-94B7-9B77EF03C5C8}" srcOrd="2" destOrd="0" presId="urn:microsoft.com/office/officeart/2016/7/layout/BasicLinearProcessNumbered"/>
    <dgm:cxn modelId="{FC3A8E26-B8E4-413B-8000-345BE37BAEC3}" type="presParOf" srcId="{4C543F78-AFD6-4CFB-9312-6FC8E4B8698C}" destId="{B68EA189-3D2C-4CD7-8455-BB86A96C2BFB}" srcOrd="3" destOrd="0" presId="urn:microsoft.com/office/officeart/2016/7/layout/BasicLinearProcessNumbered"/>
    <dgm:cxn modelId="{DDD83DAD-CAA0-4FC6-BEAF-22ED39ADA1F3}" type="presParOf" srcId="{DA7A5DF5-8351-4A01-B7B4-3C137BEAB240}" destId="{2E65FC98-B516-429B-9948-3A68BFD33772}" srcOrd="3" destOrd="0" presId="urn:microsoft.com/office/officeart/2016/7/layout/BasicLinearProcessNumbered"/>
    <dgm:cxn modelId="{45F1775A-94B6-4686-8596-9BC0230E57DD}" type="presParOf" srcId="{DA7A5DF5-8351-4A01-B7B4-3C137BEAB240}" destId="{5FAA60C2-B014-4FAC-99C6-7DFCD54F6BE1}" srcOrd="4" destOrd="0" presId="urn:microsoft.com/office/officeart/2016/7/layout/BasicLinearProcessNumbered"/>
    <dgm:cxn modelId="{535EC3F0-5C71-4615-9B3C-DE26F4FC58EA}" type="presParOf" srcId="{5FAA60C2-B014-4FAC-99C6-7DFCD54F6BE1}" destId="{5AD61903-71E2-4763-ACFC-49BADA0B6E8E}" srcOrd="0" destOrd="0" presId="urn:microsoft.com/office/officeart/2016/7/layout/BasicLinearProcessNumbered"/>
    <dgm:cxn modelId="{B31C2FF0-FC9A-4503-A748-35D559BB9139}" type="presParOf" srcId="{5FAA60C2-B014-4FAC-99C6-7DFCD54F6BE1}" destId="{609C5EA8-0378-472D-B67A-750BC6F7D6F1}" srcOrd="1" destOrd="0" presId="urn:microsoft.com/office/officeart/2016/7/layout/BasicLinearProcessNumbered"/>
    <dgm:cxn modelId="{EE13A54D-3106-4F73-A909-DE32055D8EA5}" type="presParOf" srcId="{5FAA60C2-B014-4FAC-99C6-7DFCD54F6BE1}" destId="{7CFFFF22-91C9-4F91-9C63-D42A10B1F0B7}" srcOrd="2" destOrd="0" presId="urn:microsoft.com/office/officeart/2016/7/layout/BasicLinearProcessNumbered"/>
    <dgm:cxn modelId="{BDD3E2ED-B915-4D7E-8AE0-B7F04F85F832}" type="presParOf" srcId="{5FAA60C2-B014-4FAC-99C6-7DFCD54F6BE1}" destId="{474E3D76-6CB2-4FC9-B081-7548C1980D87}" srcOrd="3" destOrd="0" presId="urn:microsoft.com/office/officeart/2016/7/layout/BasicLinearProcessNumbered"/>
    <dgm:cxn modelId="{7D9BC5B0-1779-4364-AB81-8B1826C7FDFA}" type="presParOf" srcId="{DA7A5DF5-8351-4A01-B7B4-3C137BEAB240}" destId="{2E57741B-633F-4D08-98F0-D08BCE26E346}" srcOrd="5" destOrd="0" presId="urn:microsoft.com/office/officeart/2016/7/layout/BasicLinearProcessNumbered"/>
    <dgm:cxn modelId="{3CD9D506-13A8-45E2-B71B-03D152DCADBA}" type="presParOf" srcId="{DA7A5DF5-8351-4A01-B7B4-3C137BEAB240}" destId="{042E711A-A47A-4849-AA8C-A1CAA872458B}" srcOrd="6" destOrd="0" presId="urn:microsoft.com/office/officeart/2016/7/layout/BasicLinearProcessNumbered"/>
    <dgm:cxn modelId="{8471F004-73B2-4005-8AB8-706FC624EE55}" type="presParOf" srcId="{042E711A-A47A-4849-AA8C-A1CAA872458B}" destId="{9886743F-1CF3-4FDD-A5D5-902F5A789420}" srcOrd="0" destOrd="0" presId="urn:microsoft.com/office/officeart/2016/7/layout/BasicLinearProcessNumbered"/>
    <dgm:cxn modelId="{D960656A-2499-41A0-89F5-AB633378332A}" type="presParOf" srcId="{042E711A-A47A-4849-AA8C-A1CAA872458B}" destId="{26EFD122-36A8-4B01-B589-6D0EFA765FAF}" srcOrd="1" destOrd="0" presId="urn:microsoft.com/office/officeart/2016/7/layout/BasicLinearProcessNumbered"/>
    <dgm:cxn modelId="{831897BC-E900-4B26-8557-756F6EDD9343}" type="presParOf" srcId="{042E711A-A47A-4849-AA8C-A1CAA872458B}" destId="{08B6929F-20E6-460D-8075-2E7739A1105F}" srcOrd="2" destOrd="0" presId="urn:microsoft.com/office/officeart/2016/7/layout/BasicLinearProcessNumbered"/>
    <dgm:cxn modelId="{26943334-C849-4B00-BBBD-3933D2F23C16}" type="presParOf" srcId="{042E711A-A47A-4849-AA8C-A1CAA872458B}" destId="{A66F7A94-F350-406B-97AD-A3C44A43A33E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BD9A42-6837-46A4-A6F8-2E980BEF83B5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E70784D-86EF-4A39-9458-4D2709A8C4C3}">
      <dgm:prSet/>
      <dgm:spPr/>
      <dgm:t>
        <a:bodyPr/>
        <a:lstStyle/>
        <a:p>
          <a:r>
            <a:rPr lang="en-GB"/>
            <a:t>Core — generičke apstrakcije agenata</a:t>
          </a:r>
          <a:endParaRPr lang="en-US"/>
        </a:p>
      </dgm:t>
    </dgm:pt>
    <dgm:pt modelId="{9066E39B-1165-4C50-A05B-BD23C4FB4088}" type="parTrans" cxnId="{63FEE3A1-B4AF-47D5-8BA0-E9237A45877A}">
      <dgm:prSet/>
      <dgm:spPr/>
      <dgm:t>
        <a:bodyPr/>
        <a:lstStyle/>
        <a:p>
          <a:endParaRPr lang="en-US"/>
        </a:p>
      </dgm:t>
    </dgm:pt>
    <dgm:pt modelId="{42A6C517-BE4F-4FA2-BF38-4699310382F4}" type="sibTrans" cxnId="{63FEE3A1-B4AF-47D5-8BA0-E9237A45877A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F09D5EBE-27CA-498D-8931-561D8775D9A9}">
      <dgm:prSet/>
      <dgm:spPr/>
      <dgm:t>
        <a:bodyPr/>
        <a:lstStyle/>
        <a:p>
          <a:r>
            <a:rPr lang="en-GB"/>
            <a:t>Domain — TaskItem, pravila tranzicija</a:t>
          </a:r>
          <a:endParaRPr lang="en-US"/>
        </a:p>
      </dgm:t>
    </dgm:pt>
    <dgm:pt modelId="{D28EC75D-DE1E-4028-A423-FDF1D090BA64}" type="parTrans" cxnId="{0EFAAFA1-BDF9-4D67-A97A-C5FA1C476B3B}">
      <dgm:prSet/>
      <dgm:spPr/>
      <dgm:t>
        <a:bodyPr/>
        <a:lstStyle/>
        <a:p>
          <a:endParaRPr lang="en-US"/>
        </a:p>
      </dgm:t>
    </dgm:pt>
    <dgm:pt modelId="{6D9875C6-1336-45A1-B4F7-376E21E53D90}" type="sibTrans" cxnId="{0EFAAFA1-BDF9-4D67-A97A-C5FA1C476B3B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3C9E64AD-6BDC-49B8-8FA5-C24012FA2F7C}">
      <dgm:prSet/>
      <dgm:spPr/>
      <dgm:t>
        <a:bodyPr/>
        <a:lstStyle/>
        <a:p>
          <a:r>
            <a:rPr lang="en-GB"/>
            <a:t>Application — servisi, runneri (StepAsync)</a:t>
          </a:r>
          <a:endParaRPr lang="en-US"/>
        </a:p>
      </dgm:t>
    </dgm:pt>
    <dgm:pt modelId="{BFDDCEC3-26F7-4216-A555-1AB74C09ED4F}" type="parTrans" cxnId="{F537852D-6FF5-483D-BC05-493710DDB332}">
      <dgm:prSet/>
      <dgm:spPr/>
      <dgm:t>
        <a:bodyPr/>
        <a:lstStyle/>
        <a:p>
          <a:endParaRPr lang="en-US"/>
        </a:p>
      </dgm:t>
    </dgm:pt>
    <dgm:pt modelId="{DFF84E10-6B3D-44CA-B1BF-8DF10885EA1C}" type="sibTrans" cxnId="{F537852D-6FF5-483D-BC05-493710DDB332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07DBFC98-9384-46DE-A4B7-099930A25102}">
      <dgm:prSet/>
      <dgm:spPr/>
      <dgm:t>
        <a:bodyPr/>
        <a:lstStyle/>
        <a:p>
          <a:r>
            <a:rPr lang="en-GB"/>
            <a:t>Infrastructure — DB, repozitoriji</a:t>
          </a:r>
          <a:endParaRPr lang="en-US"/>
        </a:p>
      </dgm:t>
    </dgm:pt>
    <dgm:pt modelId="{EA8BBE71-82C4-4D59-B174-0860C83C33EB}" type="parTrans" cxnId="{F25C3116-CBCD-4C8C-B512-892107E2D8EE}">
      <dgm:prSet/>
      <dgm:spPr/>
      <dgm:t>
        <a:bodyPr/>
        <a:lstStyle/>
        <a:p>
          <a:endParaRPr lang="en-US"/>
        </a:p>
      </dgm:t>
    </dgm:pt>
    <dgm:pt modelId="{55AA8A9D-FFA8-411A-B4A2-E9CE2C2A9BF0}" type="sibTrans" cxnId="{F25C3116-CBCD-4C8C-B512-892107E2D8EE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2E923032-0844-4CDF-B198-3AAB7D775C55}">
      <dgm:prSet/>
      <dgm:spPr/>
      <dgm:t>
        <a:bodyPr/>
        <a:lstStyle/>
        <a:p>
          <a:r>
            <a:rPr lang="en-GB"/>
            <a:t>Web — tanak host: kontroleri i worker</a:t>
          </a:r>
          <a:endParaRPr lang="en-US"/>
        </a:p>
      </dgm:t>
    </dgm:pt>
    <dgm:pt modelId="{8FD21688-6104-4A45-B65B-E2347291BF36}" type="parTrans" cxnId="{59E2A100-D7A9-4DB5-A451-865A389D9EF5}">
      <dgm:prSet/>
      <dgm:spPr/>
      <dgm:t>
        <a:bodyPr/>
        <a:lstStyle/>
        <a:p>
          <a:endParaRPr lang="en-US"/>
        </a:p>
      </dgm:t>
    </dgm:pt>
    <dgm:pt modelId="{1F8066CE-675E-4DA8-85DF-D235ECC8084D}" type="sibTrans" cxnId="{59E2A100-D7A9-4DB5-A451-865A389D9EF5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E1BD3603-219F-4EA9-9FC3-632EE7AB563D}" type="pres">
      <dgm:prSet presAssocID="{30BD9A42-6837-46A4-A6F8-2E980BEF83B5}" presName="Name0" presStyleCnt="0">
        <dgm:presLayoutVars>
          <dgm:animLvl val="lvl"/>
          <dgm:resizeHandles val="exact"/>
        </dgm:presLayoutVars>
      </dgm:prSet>
      <dgm:spPr/>
    </dgm:pt>
    <dgm:pt modelId="{1CE75BB7-8ACB-43F4-B201-6EFA9EA78BDC}" type="pres">
      <dgm:prSet presAssocID="{0E70784D-86EF-4A39-9458-4D2709A8C4C3}" presName="compositeNode" presStyleCnt="0">
        <dgm:presLayoutVars>
          <dgm:bulletEnabled val="1"/>
        </dgm:presLayoutVars>
      </dgm:prSet>
      <dgm:spPr/>
    </dgm:pt>
    <dgm:pt modelId="{EC7A7B26-4937-4861-9BC2-46D4204227D7}" type="pres">
      <dgm:prSet presAssocID="{0E70784D-86EF-4A39-9458-4D2709A8C4C3}" presName="bgRect" presStyleLbl="alignNode1" presStyleIdx="0" presStyleCnt="5"/>
      <dgm:spPr/>
    </dgm:pt>
    <dgm:pt modelId="{F32FAB34-18E2-4A73-AC44-F61E16FCCD25}" type="pres">
      <dgm:prSet presAssocID="{42A6C517-BE4F-4FA2-BF38-4699310382F4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ED664E62-6033-4EC4-AE02-A8B01AFCB278}" type="pres">
      <dgm:prSet presAssocID="{0E70784D-86EF-4A39-9458-4D2709A8C4C3}" presName="nodeRect" presStyleLbl="alignNode1" presStyleIdx="0" presStyleCnt="5">
        <dgm:presLayoutVars>
          <dgm:bulletEnabled val="1"/>
        </dgm:presLayoutVars>
      </dgm:prSet>
      <dgm:spPr/>
    </dgm:pt>
    <dgm:pt modelId="{7297A0D2-49ED-47C8-A6B8-28BB41C51BCB}" type="pres">
      <dgm:prSet presAssocID="{42A6C517-BE4F-4FA2-BF38-4699310382F4}" presName="sibTrans" presStyleCnt="0"/>
      <dgm:spPr/>
    </dgm:pt>
    <dgm:pt modelId="{A3EF91C5-F51B-4C98-8FDC-726267C3427F}" type="pres">
      <dgm:prSet presAssocID="{F09D5EBE-27CA-498D-8931-561D8775D9A9}" presName="compositeNode" presStyleCnt="0">
        <dgm:presLayoutVars>
          <dgm:bulletEnabled val="1"/>
        </dgm:presLayoutVars>
      </dgm:prSet>
      <dgm:spPr/>
    </dgm:pt>
    <dgm:pt modelId="{0F58280B-7EA8-4CCD-8E76-E3DFBEB1DA62}" type="pres">
      <dgm:prSet presAssocID="{F09D5EBE-27CA-498D-8931-561D8775D9A9}" presName="bgRect" presStyleLbl="alignNode1" presStyleIdx="1" presStyleCnt="5"/>
      <dgm:spPr/>
    </dgm:pt>
    <dgm:pt modelId="{9FCBF9C6-BF1A-493A-B7D0-904A447221FC}" type="pres">
      <dgm:prSet presAssocID="{6D9875C6-1336-45A1-B4F7-376E21E53D90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F6A63163-CFF0-4C42-930C-5D5A2F2982C7}" type="pres">
      <dgm:prSet presAssocID="{F09D5EBE-27CA-498D-8931-561D8775D9A9}" presName="nodeRect" presStyleLbl="alignNode1" presStyleIdx="1" presStyleCnt="5">
        <dgm:presLayoutVars>
          <dgm:bulletEnabled val="1"/>
        </dgm:presLayoutVars>
      </dgm:prSet>
      <dgm:spPr/>
    </dgm:pt>
    <dgm:pt modelId="{3E9ADB13-295C-403F-9DA9-603E75BF8EE7}" type="pres">
      <dgm:prSet presAssocID="{6D9875C6-1336-45A1-B4F7-376E21E53D90}" presName="sibTrans" presStyleCnt="0"/>
      <dgm:spPr/>
    </dgm:pt>
    <dgm:pt modelId="{745CE432-5213-4839-8BE5-9BBC003B28FB}" type="pres">
      <dgm:prSet presAssocID="{3C9E64AD-6BDC-49B8-8FA5-C24012FA2F7C}" presName="compositeNode" presStyleCnt="0">
        <dgm:presLayoutVars>
          <dgm:bulletEnabled val="1"/>
        </dgm:presLayoutVars>
      </dgm:prSet>
      <dgm:spPr/>
    </dgm:pt>
    <dgm:pt modelId="{1C2FA718-6C85-42A1-8FEF-AAFF4EDA94D8}" type="pres">
      <dgm:prSet presAssocID="{3C9E64AD-6BDC-49B8-8FA5-C24012FA2F7C}" presName="bgRect" presStyleLbl="alignNode1" presStyleIdx="2" presStyleCnt="5"/>
      <dgm:spPr/>
    </dgm:pt>
    <dgm:pt modelId="{33E3544B-3429-4340-842F-5E0445AAAAFB}" type="pres">
      <dgm:prSet presAssocID="{DFF84E10-6B3D-44CA-B1BF-8DF10885EA1C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1CA0C183-5C94-4FF6-990A-708AE83D196F}" type="pres">
      <dgm:prSet presAssocID="{3C9E64AD-6BDC-49B8-8FA5-C24012FA2F7C}" presName="nodeRect" presStyleLbl="alignNode1" presStyleIdx="2" presStyleCnt="5">
        <dgm:presLayoutVars>
          <dgm:bulletEnabled val="1"/>
        </dgm:presLayoutVars>
      </dgm:prSet>
      <dgm:spPr/>
    </dgm:pt>
    <dgm:pt modelId="{5AFB96A7-AB8B-47E9-93DF-A62CF68C405E}" type="pres">
      <dgm:prSet presAssocID="{DFF84E10-6B3D-44CA-B1BF-8DF10885EA1C}" presName="sibTrans" presStyleCnt="0"/>
      <dgm:spPr/>
    </dgm:pt>
    <dgm:pt modelId="{6CEDA724-9CD8-45EB-BFE8-9CEAFD2A62A2}" type="pres">
      <dgm:prSet presAssocID="{07DBFC98-9384-46DE-A4B7-099930A25102}" presName="compositeNode" presStyleCnt="0">
        <dgm:presLayoutVars>
          <dgm:bulletEnabled val="1"/>
        </dgm:presLayoutVars>
      </dgm:prSet>
      <dgm:spPr/>
    </dgm:pt>
    <dgm:pt modelId="{656116EE-2DA2-4371-9BF5-5D9F15ABA459}" type="pres">
      <dgm:prSet presAssocID="{07DBFC98-9384-46DE-A4B7-099930A25102}" presName="bgRect" presStyleLbl="alignNode1" presStyleIdx="3" presStyleCnt="5"/>
      <dgm:spPr/>
    </dgm:pt>
    <dgm:pt modelId="{B3115BF3-A300-4C09-B24D-7B2427A03010}" type="pres">
      <dgm:prSet presAssocID="{55AA8A9D-FFA8-411A-B4A2-E9CE2C2A9BF0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A26DB0DB-64D6-4EA7-A69C-D7D68AC176C1}" type="pres">
      <dgm:prSet presAssocID="{07DBFC98-9384-46DE-A4B7-099930A25102}" presName="nodeRect" presStyleLbl="alignNode1" presStyleIdx="3" presStyleCnt="5">
        <dgm:presLayoutVars>
          <dgm:bulletEnabled val="1"/>
        </dgm:presLayoutVars>
      </dgm:prSet>
      <dgm:spPr/>
    </dgm:pt>
    <dgm:pt modelId="{51BD39FE-0DA4-4A63-928C-528A01453A4F}" type="pres">
      <dgm:prSet presAssocID="{55AA8A9D-FFA8-411A-B4A2-E9CE2C2A9BF0}" presName="sibTrans" presStyleCnt="0"/>
      <dgm:spPr/>
    </dgm:pt>
    <dgm:pt modelId="{A24DC359-6A89-4918-BABB-B38EFFD01CCE}" type="pres">
      <dgm:prSet presAssocID="{2E923032-0844-4CDF-B198-3AAB7D775C55}" presName="compositeNode" presStyleCnt="0">
        <dgm:presLayoutVars>
          <dgm:bulletEnabled val="1"/>
        </dgm:presLayoutVars>
      </dgm:prSet>
      <dgm:spPr/>
    </dgm:pt>
    <dgm:pt modelId="{9843C89E-F90E-4983-932E-22B01263CB0E}" type="pres">
      <dgm:prSet presAssocID="{2E923032-0844-4CDF-B198-3AAB7D775C55}" presName="bgRect" presStyleLbl="alignNode1" presStyleIdx="4" presStyleCnt="5"/>
      <dgm:spPr/>
    </dgm:pt>
    <dgm:pt modelId="{0D3C1E20-F216-486C-B670-41F0FAB3ED7B}" type="pres">
      <dgm:prSet presAssocID="{1F8066CE-675E-4DA8-85DF-D235ECC8084D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3B9DDBFC-F516-45FD-BBB3-9AEAEDA8651B}" type="pres">
      <dgm:prSet presAssocID="{2E923032-0844-4CDF-B198-3AAB7D775C55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59E2A100-D7A9-4DB5-A451-865A389D9EF5}" srcId="{30BD9A42-6837-46A4-A6F8-2E980BEF83B5}" destId="{2E923032-0844-4CDF-B198-3AAB7D775C55}" srcOrd="4" destOrd="0" parTransId="{8FD21688-6104-4A45-B65B-E2347291BF36}" sibTransId="{1F8066CE-675E-4DA8-85DF-D235ECC8084D}"/>
    <dgm:cxn modelId="{9752FD07-354A-4E3D-8697-F030FE14F720}" type="presOf" srcId="{1F8066CE-675E-4DA8-85DF-D235ECC8084D}" destId="{0D3C1E20-F216-486C-B670-41F0FAB3ED7B}" srcOrd="0" destOrd="0" presId="urn:microsoft.com/office/officeart/2016/7/layout/LinearBlockProcessNumbered"/>
    <dgm:cxn modelId="{481CEC13-82FA-4380-9EFF-5E9A9EB9C0D3}" type="presOf" srcId="{0E70784D-86EF-4A39-9458-4D2709A8C4C3}" destId="{EC7A7B26-4937-4861-9BC2-46D4204227D7}" srcOrd="0" destOrd="0" presId="urn:microsoft.com/office/officeart/2016/7/layout/LinearBlockProcessNumbered"/>
    <dgm:cxn modelId="{F25C3116-CBCD-4C8C-B512-892107E2D8EE}" srcId="{30BD9A42-6837-46A4-A6F8-2E980BEF83B5}" destId="{07DBFC98-9384-46DE-A4B7-099930A25102}" srcOrd="3" destOrd="0" parTransId="{EA8BBE71-82C4-4D59-B174-0860C83C33EB}" sibTransId="{55AA8A9D-FFA8-411A-B4A2-E9CE2C2A9BF0}"/>
    <dgm:cxn modelId="{B8569F1D-AFD9-406E-8E9A-FC220BF9B05E}" type="presOf" srcId="{3C9E64AD-6BDC-49B8-8FA5-C24012FA2F7C}" destId="{1C2FA718-6C85-42A1-8FEF-AAFF4EDA94D8}" srcOrd="0" destOrd="0" presId="urn:microsoft.com/office/officeart/2016/7/layout/LinearBlockProcessNumbered"/>
    <dgm:cxn modelId="{21B8E722-5C60-4273-8813-13A24B749B47}" type="presOf" srcId="{DFF84E10-6B3D-44CA-B1BF-8DF10885EA1C}" destId="{33E3544B-3429-4340-842F-5E0445AAAAFB}" srcOrd="0" destOrd="0" presId="urn:microsoft.com/office/officeart/2016/7/layout/LinearBlockProcessNumbered"/>
    <dgm:cxn modelId="{F537852D-6FF5-483D-BC05-493710DDB332}" srcId="{30BD9A42-6837-46A4-A6F8-2E980BEF83B5}" destId="{3C9E64AD-6BDC-49B8-8FA5-C24012FA2F7C}" srcOrd="2" destOrd="0" parTransId="{BFDDCEC3-26F7-4216-A555-1AB74C09ED4F}" sibTransId="{DFF84E10-6B3D-44CA-B1BF-8DF10885EA1C}"/>
    <dgm:cxn modelId="{BB2BAD38-5272-443D-A35F-3ED92B9125E3}" type="presOf" srcId="{30BD9A42-6837-46A4-A6F8-2E980BEF83B5}" destId="{E1BD3603-219F-4EA9-9FC3-632EE7AB563D}" srcOrd="0" destOrd="0" presId="urn:microsoft.com/office/officeart/2016/7/layout/LinearBlockProcessNumbered"/>
    <dgm:cxn modelId="{DAD1326A-4DD2-4788-A752-A5A6D3120A26}" type="presOf" srcId="{0E70784D-86EF-4A39-9458-4D2709A8C4C3}" destId="{ED664E62-6033-4EC4-AE02-A8B01AFCB278}" srcOrd="1" destOrd="0" presId="urn:microsoft.com/office/officeart/2016/7/layout/LinearBlockProcessNumbered"/>
    <dgm:cxn modelId="{419A2376-19CF-4615-B050-F67EB6872C39}" type="presOf" srcId="{3C9E64AD-6BDC-49B8-8FA5-C24012FA2F7C}" destId="{1CA0C183-5C94-4FF6-990A-708AE83D196F}" srcOrd="1" destOrd="0" presId="urn:microsoft.com/office/officeart/2016/7/layout/LinearBlockProcessNumbered"/>
    <dgm:cxn modelId="{EE8EF578-F1D5-4DA8-BBBF-7B3FEC110D17}" type="presOf" srcId="{F09D5EBE-27CA-498D-8931-561D8775D9A9}" destId="{0F58280B-7EA8-4CCD-8E76-E3DFBEB1DA62}" srcOrd="0" destOrd="0" presId="urn:microsoft.com/office/officeart/2016/7/layout/LinearBlockProcessNumbered"/>
    <dgm:cxn modelId="{FCB7A68D-6BF0-4F1C-88B1-B5F214467A04}" type="presOf" srcId="{2E923032-0844-4CDF-B198-3AAB7D775C55}" destId="{9843C89E-F90E-4983-932E-22B01263CB0E}" srcOrd="0" destOrd="0" presId="urn:microsoft.com/office/officeart/2016/7/layout/LinearBlockProcessNumbered"/>
    <dgm:cxn modelId="{478E349C-64AB-4C38-8038-8506FD431F18}" type="presOf" srcId="{55AA8A9D-FFA8-411A-B4A2-E9CE2C2A9BF0}" destId="{B3115BF3-A300-4C09-B24D-7B2427A03010}" srcOrd="0" destOrd="0" presId="urn:microsoft.com/office/officeart/2016/7/layout/LinearBlockProcessNumbered"/>
    <dgm:cxn modelId="{0EFAAFA1-BDF9-4D67-A97A-C5FA1C476B3B}" srcId="{30BD9A42-6837-46A4-A6F8-2E980BEF83B5}" destId="{F09D5EBE-27CA-498D-8931-561D8775D9A9}" srcOrd="1" destOrd="0" parTransId="{D28EC75D-DE1E-4028-A423-FDF1D090BA64}" sibTransId="{6D9875C6-1336-45A1-B4F7-376E21E53D90}"/>
    <dgm:cxn modelId="{63FEE3A1-B4AF-47D5-8BA0-E9237A45877A}" srcId="{30BD9A42-6837-46A4-A6F8-2E980BEF83B5}" destId="{0E70784D-86EF-4A39-9458-4D2709A8C4C3}" srcOrd="0" destOrd="0" parTransId="{9066E39B-1165-4C50-A05B-BD23C4FB4088}" sibTransId="{42A6C517-BE4F-4FA2-BF38-4699310382F4}"/>
    <dgm:cxn modelId="{7F4F47A9-BFA4-443E-9C4F-543E6C23F7F9}" type="presOf" srcId="{07DBFC98-9384-46DE-A4B7-099930A25102}" destId="{656116EE-2DA2-4371-9BF5-5D9F15ABA459}" srcOrd="0" destOrd="0" presId="urn:microsoft.com/office/officeart/2016/7/layout/LinearBlockProcessNumbered"/>
    <dgm:cxn modelId="{BAC0E2A9-AF59-4E95-B009-BFA056CB1CDE}" type="presOf" srcId="{F09D5EBE-27CA-498D-8931-561D8775D9A9}" destId="{F6A63163-CFF0-4C42-930C-5D5A2F2982C7}" srcOrd="1" destOrd="0" presId="urn:microsoft.com/office/officeart/2016/7/layout/LinearBlockProcessNumbered"/>
    <dgm:cxn modelId="{DE91B2B0-6687-476E-80E7-7AD697AB7B29}" type="presOf" srcId="{2E923032-0844-4CDF-B198-3AAB7D775C55}" destId="{3B9DDBFC-F516-45FD-BBB3-9AEAEDA8651B}" srcOrd="1" destOrd="0" presId="urn:microsoft.com/office/officeart/2016/7/layout/LinearBlockProcessNumbered"/>
    <dgm:cxn modelId="{95E240BB-1C7A-4547-BF1F-586675D6078A}" type="presOf" srcId="{42A6C517-BE4F-4FA2-BF38-4699310382F4}" destId="{F32FAB34-18E2-4A73-AC44-F61E16FCCD25}" srcOrd="0" destOrd="0" presId="urn:microsoft.com/office/officeart/2016/7/layout/LinearBlockProcessNumbered"/>
    <dgm:cxn modelId="{100503C4-78D5-43A6-8DE7-B9A063D43BEF}" type="presOf" srcId="{07DBFC98-9384-46DE-A4B7-099930A25102}" destId="{A26DB0DB-64D6-4EA7-A69C-D7D68AC176C1}" srcOrd="1" destOrd="0" presId="urn:microsoft.com/office/officeart/2016/7/layout/LinearBlockProcessNumbered"/>
    <dgm:cxn modelId="{EA6515E4-5414-46DC-99BB-9EB6E21E5B57}" type="presOf" srcId="{6D9875C6-1336-45A1-B4F7-376E21E53D90}" destId="{9FCBF9C6-BF1A-493A-B7D0-904A447221FC}" srcOrd="0" destOrd="0" presId="urn:microsoft.com/office/officeart/2016/7/layout/LinearBlockProcessNumbered"/>
    <dgm:cxn modelId="{F9B9027F-CA4E-440D-8B23-44DB113399AB}" type="presParOf" srcId="{E1BD3603-219F-4EA9-9FC3-632EE7AB563D}" destId="{1CE75BB7-8ACB-43F4-B201-6EFA9EA78BDC}" srcOrd="0" destOrd="0" presId="urn:microsoft.com/office/officeart/2016/7/layout/LinearBlockProcessNumbered"/>
    <dgm:cxn modelId="{93985E9C-9E9C-4188-B36A-2D01E2B95022}" type="presParOf" srcId="{1CE75BB7-8ACB-43F4-B201-6EFA9EA78BDC}" destId="{EC7A7B26-4937-4861-9BC2-46D4204227D7}" srcOrd="0" destOrd="0" presId="urn:microsoft.com/office/officeart/2016/7/layout/LinearBlockProcessNumbered"/>
    <dgm:cxn modelId="{67AB0DDF-C314-4DA3-A153-6599C81F28C5}" type="presParOf" srcId="{1CE75BB7-8ACB-43F4-B201-6EFA9EA78BDC}" destId="{F32FAB34-18E2-4A73-AC44-F61E16FCCD25}" srcOrd="1" destOrd="0" presId="urn:microsoft.com/office/officeart/2016/7/layout/LinearBlockProcessNumbered"/>
    <dgm:cxn modelId="{5CFD188C-674A-4527-A860-04C45A429D76}" type="presParOf" srcId="{1CE75BB7-8ACB-43F4-B201-6EFA9EA78BDC}" destId="{ED664E62-6033-4EC4-AE02-A8B01AFCB278}" srcOrd="2" destOrd="0" presId="urn:microsoft.com/office/officeart/2016/7/layout/LinearBlockProcessNumbered"/>
    <dgm:cxn modelId="{1DCBCBA6-FF9F-425B-887D-BCE4E2535D6B}" type="presParOf" srcId="{E1BD3603-219F-4EA9-9FC3-632EE7AB563D}" destId="{7297A0D2-49ED-47C8-A6B8-28BB41C51BCB}" srcOrd="1" destOrd="0" presId="urn:microsoft.com/office/officeart/2016/7/layout/LinearBlockProcessNumbered"/>
    <dgm:cxn modelId="{69DB5EC8-F373-4B28-B91C-6767D796FD70}" type="presParOf" srcId="{E1BD3603-219F-4EA9-9FC3-632EE7AB563D}" destId="{A3EF91C5-F51B-4C98-8FDC-726267C3427F}" srcOrd="2" destOrd="0" presId="urn:microsoft.com/office/officeart/2016/7/layout/LinearBlockProcessNumbered"/>
    <dgm:cxn modelId="{746B8895-1634-40AC-8550-E770A402F260}" type="presParOf" srcId="{A3EF91C5-F51B-4C98-8FDC-726267C3427F}" destId="{0F58280B-7EA8-4CCD-8E76-E3DFBEB1DA62}" srcOrd="0" destOrd="0" presId="urn:microsoft.com/office/officeart/2016/7/layout/LinearBlockProcessNumbered"/>
    <dgm:cxn modelId="{98BF10A3-3E48-4D86-BA85-BDDA71E234E6}" type="presParOf" srcId="{A3EF91C5-F51B-4C98-8FDC-726267C3427F}" destId="{9FCBF9C6-BF1A-493A-B7D0-904A447221FC}" srcOrd="1" destOrd="0" presId="urn:microsoft.com/office/officeart/2016/7/layout/LinearBlockProcessNumbered"/>
    <dgm:cxn modelId="{725F042F-E5FD-4612-BC06-A278F7346B0A}" type="presParOf" srcId="{A3EF91C5-F51B-4C98-8FDC-726267C3427F}" destId="{F6A63163-CFF0-4C42-930C-5D5A2F2982C7}" srcOrd="2" destOrd="0" presId="urn:microsoft.com/office/officeart/2016/7/layout/LinearBlockProcessNumbered"/>
    <dgm:cxn modelId="{8350F005-0AEC-4D37-8E20-F6ADB5F90CA2}" type="presParOf" srcId="{E1BD3603-219F-4EA9-9FC3-632EE7AB563D}" destId="{3E9ADB13-295C-403F-9DA9-603E75BF8EE7}" srcOrd="3" destOrd="0" presId="urn:microsoft.com/office/officeart/2016/7/layout/LinearBlockProcessNumbered"/>
    <dgm:cxn modelId="{EBF2F122-B531-4491-A592-E6DA09ADA6ED}" type="presParOf" srcId="{E1BD3603-219F-4EA9-9FC3-632EE7AB563D}" destId="{745CE432-5213-4839-8BE5-9BBC003B28FB}" srcOrd="4" destOrd="0" presId="urn:microsoft.com/office/officeart/2016/7/layout/LinearBlockProcessNumbered"/>
    <dgm:cxn modelId="{F8292B18-104A-41B1-8962-BA6939CA2F8D}" type="presParOf" srcId="{745CE432-5213-4839-8BE5-9BBC003B28FB}" destId="{1C2FA718-6C85-42A1-8FEF-AAFF4EDA94D8}" srcOrd="0" destOrd="0" presId="urn:microsoft.com/office/officeart/2016/7/layout/LinearBlockProcessNumbered"/>
    <dgm:cxn modelId="{7728D124-D3A5-4F37-BC72-204415DE8683}" type="presParOf" srcId="{745CE432-5213-4839-8BE5-9BBC003B28FB}" destId="{33E3544B-3429-4340-842F-5E0445AAAAFB}" srcOrd="1" destOrd="0" presId="urn:microsoft.com/office/officeart/2016/7/layout/LinearBlockProcessNumbered"/>
    <dgm:cxn modelId="{B2FEDEB2-E0AD-4DD4-A35A-AD80C793758B}" type="presParOf" srcId="{745CE432-5213-4839-8BE5-9BBC003B28FB}" destId="{1CA0C183-5C94-4FF6-990A-708AE83D196F}" srcOrd="2" destOrd="0" presId="urn:microsoft.com/office/officeart/2016/7/layout/LinearBlockProcessNumbered"/>
    <dgm:cxn modelId="{755519F7-A0BC-469B-92FA-008F5CA039A9}" type="presParOf" srcId="{E1BD3603-219F-4EA9-9FC3-632EE7AB563D}" destId="{5AFB96A7-AB8B-47E9-93DF-A62CF68C405E}" srcOrd="5" destOrd="0" presId="urn:microsoft.com/office/officeart/2016/7/layout/LinearBlockProcessNumbered"/>
    <dgm:cxn modelId="{C9BD6053-B68B-4BEA-B697-EC9A67D03F2F}" type="presParOf" srcId="{E1BD3603-219F-4EA9-9FC3-632EE7AB563D}" destId="{6CEDA724-9CD8-45EB-BFE8-9CEAFD2A62A2}" srcOrd="6" destOrd="0" presId="urn:microsoft.com/office/officeart/2016/7/layout/LinearBlockProcessNumbered"/>
    <dgm:cxn modelId="{5F05692A-2F17-481A-88F8-56CB8713CB3A}" type="presParOf" srcId="{6CEDA724-9CD8-45EB-BFE8-9CEAFD2A62A2}" destId="{656116EE-2DA2-4371-9BF5-5D9F15ABA459}" srcOrd="0" destOrd="0" presId="urn:microsoft.com/office/officeart/2016/7/layout/LinearBlockProcessNumbered"/>
    <dgm:cxn modelId="{6BDA49D3-645D-49CE-B11F-15C8189DEF54}" type="presParOf" srcId="{6CEDA724-9CD8-45EB-BFE8-9CEAFD2A62A2}" destId="{B3115BF3-A300-4C09-B24D-7B2427A03010}" srcOrd="1" destOrd="0" presId="urn:microsoft.com/office/officeart/2016/7/layout/LinearBlockProcessNumbered"/>
    <dgm:cxn modelId="{E2D66E10-01A5-4521-BCFF-A41E7B35F2A9}" type="presParOf" srcId="{6CEDA724-9CD8-45EB-BFE8-9CEAFD2A62A2}" destId="{A26DB0DB-64D6-4EA7-A69C-D7D68AC176C1}" srcOrd="2" destOrd="0" presId="urn:microsoft.com/office/officeart/2016/7/layout/LinearBlockProcessNumbered"/>
    <dgm:cxn modelId="{DC8710AE-4DC3-4C3D-A2EA-CB5552103F0C}" type="presParOf" srcId="{E1BD3603-219F-4EA9-9FC3-632EE7AB563D}" destId="{51BD39FE-0DA4-4A63-928C-528A01453A4F}" srcOrd="7" destOrd="0" presId="urn:microsoft.com/office/officeart/2016/7/layout/LinearBlockProcessNumbered"/>
    <dgm:cxn modelId="{4C01AE3B-8738-4A3A-9683-4AF44DBD259D}" type="presParOf" srcId="{E1BD3603-219F-4EA9-9FC3-632EE7AB563D}" destId="{A24DC359-6A89-4918-BABB-B38EFFD01CCE}" srcOrd="8" destOrd="0" presId="urn:microsoft.com/office/officeart/2016/7/layout/LinearBlockProcessNumbered"/>
    <dgm:cxn modelId="{F02287D6-5BEE-4A9D-A107-CFBADA6112A2}" type="presParOf" srcId="{A24DC359-6A89-4918-BABB-B38EFFD01CCE}" destId="{9843C89E-F90E-4983-932E-22B01263CB0E}" srcOrd="0" destOrd="0" presId="urn:microsoft.com/office/officeart/2016/7/layout/LinearBlockProcessNumbered"/>
    <dgm:cxn modelId="{06E57A91-97CC-4254-9C1E-123816B239D1}" type="presParOf" srcId="{A24DC359-6A89-4918-BABB-B38EFFD01CCE}" destId="{0D3C1E20-F216-486C-B670-41F0FAB3ED7B}" srcOrd="1" destOrd="0" presId="urn:microsoft.com/office/officeart/2016/7/layout/LinearBlockProcessNumbered"/>
    <dgm:cxn modelId="{622E6E95-E0F1-4065-9CF1-512AF9E56312}" type="presParOf" srcId="{A24DC359-6A89-4918-BABB-B38EFFD01CCE}" destId="{3B9DDBFC-F516-45FD-BBB3-9AEAEDA8651B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F335D3-F80D-4D17-B478-8D4CD50A221F}" type="doc">
      <dgm:prSet loTypeId="urn:microsoft.com/office/officeart/2005/8/layout/hierarchy1" loCatId="hierarchy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4B31D68-3876-4D36-BA97-65371CFA7F6C}">
      <dgm:prSet/>
      <dgm:spPr/>
      <dgm:t>
        <a:bodyPr/>
        <a:lstStyle/>
        <a:p>
          <a:r>
            <a:rPr lang="en-GB"/>
            <a:t>TaskScoringAgentRunner: obrađuje JEDAN task po tick-u</a:t>
          </a:r>
          <a:endParaRPr lang="en-US"/>
        </a:p>
      </dgm:t>
    </dgm:pt>
    <dgm:pt modelId="{FA278DE7-B7CA-4208-BC41-5FA736E3119E}" type="parTrans" cxnId="{5C4372FC-1BC4-4432-B040-ACAC18339653}">
      <dgm:prSet/>
      <dgm:spPr/>
      <dgm:t>
        <a:bodyPr/>
        <a:lstStyle/>
        <a:p>
          <a:endParaRPr lang="en-US"/>
        </a:p>
      </dgm:t>
    </dgm:pt>
    <dgm:pt modelId="{F719EB9C-FC7A-4D1C-B8A7-155FE30F6FE4}" type="sibTrans" cxnId="{5C4372FC-1BC4-4432-B040-ACAC18339653}">
      <dgm:prSet/>
      <dgm:spPr/>
      <dgm:t>
        <a:bodyPr/>
        <a:lstStyle/>
        <a:p>
          <a:endParaRPr lang="en-US"/>
        </a:p>
      </dgm:t>
    </dgm:pt>
    <dgm:pt modelId="{676FC3AF-600B-46A5-AE4E-3E2D97AC5E73}">
      <dgm:prSet/>
      <dgm:spPr/>
      <dgm:t>
        <a:bodyPr/>
        <a:lstStyle/>
        <a:p>
          <a:r>
            <a:rPr lang="en-GB"/>
            <a:t>TaskAdaptationAgentRunner: prilagodjava settings periodično</a:t>
          </a:r>
          <a:endParaRPr lang="en-US"/>
        </a:p>
      </dgm:t>
    </dgm:pt>
    <dgm:pt modelId="{634CC8FF-A654-4CBF-9745-E3C0B74D0C6C}" type="parTrans" cxnId="{27937381-0388-4AED-9F95-89223E753150}">
      <dgm:prSet/>
      <dgm:spPr/>
      <dgm:t>
        <a:bodyPr/>
        <a:lstStyle/>
        <a:p>
          <a:endParaRPr lang="en-US"/>
        </a:p>
      </dgm:t>
    </dgm:pt>
    <dgm:pt modelId="{DC4C6E7D-8C7E-4B57-B859-CE8D2988DC3E}" type="sibTrans" cxnId="{27937381-0388-4AED-9F95-89223E753150}">
      <dgm:prSet/>
      <dgm:spPr/>
      <dgm:t>
        <a:bodyPr/>
        <a:lstStyle/>
        <a:p>
          <a:endParaRPr lang="en-US"/>
        </a:p>
      </dgm:t>
    </dgm:pt>
    <dgm:pt modelId="{FE211625-5408-4A8F-924B-735B6A04CC0E}">
      <dgm:prSet/>
      <dgm:spPr/>
      <dgm:t>
        <a:bodyPr/>
        <a:lstStyle/>
        <a:p>
          <a:r>
            <a:rPr lang="en-GB"/>
            <a:t>Host: kreira scope, poziva StepAsync, kontrolira timing</a:t>
          </a:r>
          <a:endParaRPr lang="en-US"/>
        </a:p>
      </dgm:t>
    </dgm:pt>
    <dgm:pt modelId="{4C7D08B7-F58A-4AC3-BB82-7B7AFA6BBDD3}" type="parTrans" cxnId="{67524EA2-0103-45D8-9F11-4B45DF38D974}">
      <dgm:prSet/>
      <dgm:spPr/>
      <dgm:t>
        <a:bodyPr/>
        <a:lstStyle/>
        <a:p>
          <a:endParaRPr lang="en-US"/>
        </a:p>
      </dgm:t>
    </dgm:pt>
    <dgm:pt modelId="{254E3153-E737-41C2-8ABA-684A56D4F88A}" type="sibTrans" cxnId="{67524EA2-0103-45D8-9F11-4B45DF38D974}">
      <dgm:prSet/>
      <dgm:spPr/>
      <dgm:t>
        <a:bodyPr/>
        <a:lstStyle/>
        <a:p>
          <a:endParaRPr lang="en-US"/>
        </a:p>
      </dgm:t>
    </dgm:pt>
    <dgm:pt modelId="{A84970C2-17B5-4E54-92E2-ADC585872DC1}">
      <dgm:prSet/>
      <dgm:spPr/>
      <dgm:t>
        <a:bodyPr/>
        <a:lstStyle/>
        <a:p>
          <a:r>
            <a:rPr lang="en-GB"/>
            <a:t>No Task.Delay u runnerima; rezultati idempotentni</a:t>
          </a:r>
          <a:endParaRPr lang="en-US"/>
        </a:p>
      </dgm:t>
    </dgm:pt>
    <dgm:pt modelId="{8BC918FA-B2E7-4C9E-88EA-490F04A8287B}" type="parTrans" cxnId="{516C477A-7A0D-4046-88BB-A062C71E3566}">
      <dgm:prSet/>
      <dgm:spPr/>
      <dgm:t>
        <a:bodyPr/>
        <a:lstStyle/>
        <a:p>
          <a:endParaRPr lang="en-US"/>
        </a:p>
      </dgm:t>
    </dgm:pt>
    <dgm:pt modelId="{E408A580-8058-4681-8643-9C7DC77D020A}" type="sibTrans" cxnId="{516C477A-7A0D-4046-88BB-A062C71E3566}">
      <dgm:prSet/>
      <dgm:spPr/>
      <dgm:t>
        <a:bodyPr/>
        <a:lstStyle/>
        <a:p>
          <a:endParaRPr lang="en-US"/>
        </a:p>
      </dgm:t>
    </dgm:pt>
    <dgm:pt modelId="{A0147BF1-76C1-4725-9D1E-201BF552608B}" type="pres">
      <dgm:prSet presAssocID="{77F335D3-F80D-4D17-B478-8D4CD50A221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F5B7B63-CF82-41BE-AA39-8C09AF1894A7}" type="pres">
      <dgm:prSet presAssocID="{04B31D68-3876-4D36-BA97-65371CFA7F6C}" presName="hierRoot1" presStyleCnt="0"/>
      <dgm:spPr/>
    </dgm:pt>
    <dgm:pt modelId="{CB656074-1834-4EF5-995C-8C91923BA6A9}" type="pres">
      <dgm:prSet presAssocID="{04B31D68-3876-4D36-BA97-65371CFA7F6C}" presName="composite" presStyleCnt="0"/>
      <dgm:spPr/>
    </dgm:pt>
    <dgm:pt modelId="{6EC1E681-D493-4A93-8CCC-E27DA2832668}" type="pres">
      <dgm:prSet presAssocID="{04B31D68-3876-4D36-BA97-65371CFA7F6C}" presName="background" presStyleLbl="node0" presStyleIdx="0" presStyleCnt="4"/>
      <dgm:spPr/>
    </dgm:pt>
    <dgm:pt modelId="{3C020C49-55DD-438D-A4E1-1DE03D6552A1}" type="pres">
      <dgm:prSet presAssocID="{04B31D68-3876-4D36-BA97-65371CFA7F6C}" presName="text" presStyleLbl="fgAcc0" presStyleIdx="0" presStyleCnt="4">
        <dgm:presLayoutVars>
          <dgm:chPref val="3"/>
        </dgm:presLayoutVars>
      </dgm:prSet>
      <dgm:spPr/>
    </dgm:pt>
    <dgm:pt modelId="{2C25AA7A-F663-46B8-9391-1610476AF6B6}" type="pres">
      <dgm:prSet presAssocID="{04B31D68-3876-4D36-BA97-65371CFA7F6C}" presName="hierChild2" presStyleCnt="0"/>
      <dgm:spPr/>
    </dgm:pt>
    <dgm:pt modelId="{1B878E78-96B2-4DF7-ACA4-F30CA21EA18B}" type="pres">
      <dgm:prSet presAssocID="{676FC3AF-600B-46A5-AE4E-3E2D97AC5E73}" presName="hierRoot1" presStyleCnt="0"/>
      <dgm:spPr/>
    </dgm:pt>
    <dgm:pt modelId="{76CDA137-D491-412B-A166-093B8D55623A}" type="pres">
      <dgm:prSet presAssocID="{676FC3AF-600B-46A5-AE4E-3E2D97AC5E73}" presName="composite" presStyleCnt="0"/>
      <dgm:spPr/>
    </dgm:pt>
    <dgm:pt modelId="{37B83634-A3DC-4641-834C-689FD08C314C}" type="pres">
      <dgm:prSet presAssocID="{676FC3AF-600B-46A5-AE4E-3E2D97AC5E73}" presName="background" presStyleLbl="node0" presStyleIdx="1" presStyleCnt="4"/>
      <dgm:spPr/>
    </dgm:pt>
    <dgm:pt modelId="{7A53DEA9-BE09-480C-81E0-723520D40B70}" type="pres">
      <dgm:prSet presAssocID="{676FC3AF-600B-46A5-AE4E-3E2D97AC5E73}" presName="text" presStyleLbl="fgAcc0" presStyleIdx="1" presStyleCnt="4">
        <dgm:presLayoutVars>
          <dgm:chPref val="3"/>
        </dgm:presLayoutVars>
      </dgm:prSet>
      <dgm:spPr/>
    </dgm:pt>
    <dgm:pt modelId="{38DF5870-084C-4AD6-8762-7F412FBE39E5}" type="pres">
      <dgm:prSet presAssocID="{676FC3AF-600B-46A5-AE4E-3E2D97AC5E73}" presName="hierChild2" presStyleCnt="0"/>
      <dgm:spPr/>
    </dgm:pt>
    <dgm:pt modelId="{D24FC5A0-DDA2-43B8-9683-336669CD75ED}" type="pres">
      <dgm:prSet presAssocID="{FE211625-5408-4A8F-924B-735B6A04CC0E}" presName="hierRoot1" presStyleCnt="0"/>
      <dgm:spPr/>
    </dgm:pt>
    <dgm:pt modelId="{93B26583-25AF-4CDF-BD41-29C68C203781}" type="pres">
      <dgm:prSet presAssocID="{FE211625-5408-4A8F-924B-735B6A04CC0E}" presName="composite" presStyleCnt="0"/>
      <dgm:spPr/>
    </dgm:pt>
    <dgm:pt modelId="{2D99C253-BAC8-42FD-BBC5-06B1129F64B5}" type="pres">
      <dgm:prSet presAssocID="{FE211625-5408-4A8F-924B-735B6A04CC0E}" presName="background" presStyleLbl="node0" presStyleIdx="2" presStyleCnt="4"/>
      <dgm:spPr/>
    </dgm:pt>
    <dgm:pt modelId="{EADBBA99-9553-48B4-A319-AE5E2A47BC48}" type="pres">
      <dgm:prSet presAssocID="{FE211625-5408-4A8F-924B-735B6A04CC0E}" presName="text" presStyleLbl="fgAcc0" presStyleIdx="2" presStyleCnt="4">
        <dgm:presLayoutVars>
          <dgm:chPref val="3"/>
        </dgm:presLayoutVars>
      </dgm:prSet>
      <dgm:spPr/>
    </dgm:pt>
    <dgm:pt modelId="{B29971F7-C04D-420B-AA88-D184DA6DAE0B}" type="pres">
      <dgm:prSet presAssocID="{FE211625-5408-4A8F-924B-735B6A04CC0E}" presName="hierChild2" presStyleCnt="0"/>
      <dgm:spPr/>
    </dgm:pt>
    <dgm:pt modelId="{83F3C66B-9A2C-433A-A982-3EC3B1AB5EA2}" type="pres">
      <dgm:prSet presAssocID="{A84970C2-17B5-4E54-92E2-ADC585872DC1}" presName="hierRoot1" presStyleCnt="0"/>
      <dgm:spPr/>
    </dgm:pt>
    <dgm:pt modelId="{4457C87F-AD75-4586-8CFF-8FECB618926E}" type="pres">
      <dgm:prSet presAssocID="{A84970C2-17B5-4E54-92E2-ADC585872DC1}" presName="composite" presStyleCnt="0"/>
      <dgm:spPr/>
    </dgm:pt>
    <dgm:pt modelId="{0C1C9B8F-F27E-4BF3-B25C-42FD43F21D7E}" type="pres">
      <dgm:prSet presAssocID="{A84970C2-17B5-4E54-92E2-ADC585872DC1}" presName="background" presStyleLbl="node0" presStyleIdx="3" presStyleCnt="4"/>
      <dgm:spPr/>
    </dgm:pt>
    <dgm:pt modelId="{D5D49493-218C-4CA9-9930-C414050B4915}" type="pres">
      <dgm:prSet presAssocID="{A84970C2-17B5-4E54-92E2-ADC585872DC1}" presName="text" presStyleLbl="fgAcc0" presStyleIdx="3" presStyleCnt="4">
        <dgm:presLayoutVars>
          <dgm:chPref val="3"/>
        </dgm:presLayoutVars>
      </dgm:prSet>
      <dgm:spPr/>
    </dgm:pt>
    <dgm:pt modelId="{A8E7C7C8-210A-4335-9AA1-140DFACF9998}" type="pres">
      <dgm:prSet presAssocID="{A84970C2-17B5-4E54-92E2-ADC585872DC1}" presName="hierChild2" presStyleCnt="0"/>
      <dgm:spPr/>
    </dgm:pt>
  </dgm:ptLst>
  <dgm:cxnLst>
    <dgm:cxn modelId="{C457E012-7196-4C30-95E7-9FBCE9C11276}" type="presOf" srcId="{77F335D3-F80D-4D17-B478-8D4CD50A221F}" destId="{A0147BF1-76C1-4725-9D1E-201BF552608B}" srcOrd="0" destOrd="0" presId="urn:microsoft.com/office/officeart/2005/8/layout/hierarchy1"/>
    <dgm:cxn modelId="{516C477A-7A0D-4046-88BB-A062C71E3566}" srcId="{77F335D3-F80D-4D17-B478-8D4CD50A221F}" destId="{A84970C2-17B5-4E54-92E2-ADC585872DC1}" srcOrd="3" destOrd="0" parTransId="{8BC918FA-B2E7-4C9E-88EA-490F04A8287B}" sibTransId="{E408A580-8058-4681-8643-9C7DC77D020A}"/>
    <dgm:cxn modelId="{27937381-0388-4AED-9F95-89223E753150}" srcId="{77F335D3-F80D-4D17-B478-8D4CD50A221F}" destId="{676FC3AF-600B-46A5-AE4E-3E2D97AC5E73}" srcOrd="1" destOrd="0" parTransId="{634CC8FF-A654-4CBF-9745-E3C0B74D0C6C}" sibTransId="{DC4C6E7D-8C7E-4B57-B859-CE8D2988DC3E}"/>
    <dgm:cxn modelId="{45886495-2D0A-4A68-962B-7BFDB6F7A1CD}" type="presOf" srcId="{676FC3AF-600B-46A5-AE4E-3E2D97AC5E73}" destId="{7A53DEA9-BE09-480C-81E0-723520D40B70}" srcOrd="0" destOrd="0" presId="urn:microsoft.com/office/officeart/2005/8/layout/hierarchy1"/>
    <dgm:cxn modelId="{67524EA2-0103-45D8-9F11-4B45DF38D974}" srcId="{77F335D3-F80D-4D17-B478-8D4CD50A221F}" destId="{FE211625-5408-4A8F-924B-735B6A04CC0E}" srcOrd="2" destOrd="0" parTransId="{4C7D08B7-F58A-4AC3-BB82-7B7AFA6BBDD3}" sibTransId="{254E3153-E737-41C2-8ABA-684A56D4F88A}"/>
    <dgm:cxn modelId="{3546C0D0-67AC-48E9-B702-19B46522C5B9}" type="presOf" srcId="{04B31D68-3876-4D36-BA97-65371CFA7F6C}" destId="{3C020C49-55DD-438D-A4E1-1DE03D6552A1}" srcOrd="0" destOrd="0" presId="urn:microsoft.com/office/officeart/2005/8/layout/hierarchy1"/>
    <dgm:cxn modelId="{9AB34DE2-476B-41DE-8FDF-BDE369954D57}" type="presOf" srcId="{A84970C2-17B5-4E54-92E2-ADC585872DC1}" destId="{D5D49493-218C-4CA9-9930-C414050B4915}" srcOrd="0" destOrd="0" presId="urn:microsoft.com/office/officeart/2005/8/layout/hierarchy1"/>
    <dgm:cxn modelId="{5C4372FC-1BC4-4432-B040-ACAC18339653}" srcId="{77F335D3-F80D-4D17-B478-8D4CD50A221F}" destId="{04B31D68-3876-4D36-BA97-65371CFA7F6C}" srcOrd="0" destOrd="0" parTransId="{FA278DE7-B7CA-4208-BC41-5FA736E3119E}" sibTransId="{F719EB9C-FC7A-4D1C-B8A7-155FE30F6FE4}"/>
    <dgm:cxn modelId="{7381B2FF-6DA7-411A-A348-32EDD8612CDA}" type="presOf" srcId="{FE211625-5408-4A8F-924B-735B6A04CC0E}" destId="{EADBBA99-9553-48B4-A319-AE5E2A47BC48}" srcOrd="0" destOrd="0" presId="urn:microsoft.com/office/officeart/2005/8/layout/hierarchy1"/>
    <dgm:cxn modelId="{AEC76EA8-CD98-46FD-B61B-327B600708B8}" type="presParOf" srcId="{A0147BF1-76C1-4725-9D1E-201BF552608B}" destId="{CF5B7B63-CF82-41BE-AA39-8C09AF1894A7}" srcOrd="0" destOrd="0" presId="urn:microsoft.com/office/officeart/2005/8/layout/hierarchy1"/>
    <dgm:cxn modelId="{F9045A11-AADD-46F9-97F0-391EFB03216C}" type="presParOf" srcId="{CF5B7B63-CF82-41BE-AA39-8C09AF1894A7}" destId="{CB656074-1834-4EF5-995C-8C91923BA6A9}" srcOrd="0" destOrd="0" presId="urn:microsoft.com/office/officeart/2005/8/layout/hierarchy1"/>
    <dgm:cxn modelId="{1E058D22-CCD8-473D-8800-9C0E20A532C8}" type="presParOf" srcId="{CB656074-1834-4EF5-995C-8C91923BA6A9}" destId="{6EC1E681-D493-4A93-8CCC-E27DA2832668}" srcOrd="0" destOrd="0" presId="urn:microsoft.com/office/officeart/2005/8/layout/hierarchy1"/>
    <dgm:cxn modelId="{183822C4-3E4A-42FA-9C28-19235A68C6DA}" type="presParOf" srcId="{CB656074-1834-4EF5-995C-8C91923BA6A9}" destId="{3C020C49-55DD-438D-A4E1-1DE03D6552A1}" srcOrd="1" destOrd="0" presId="urn:microsoft.com/office/officeart/2005/8/layout/hierarchy1"/>
    <dgm:cxn modelId="{BA35C440-75B4-408D-ADF5-CD10F2079713}" type="presParOf" srcId="{CF5B7B63-CF82-41BE-AA39-8C09AF1894A7}" destId="{2C25AA7A-F663-46B8-9391-1610476AF6B6}" srcOrd="1" destOrd="0" presId="urn:microsoft.com/office/officeart/2005/8/layout/hierarchy1"/>
    <dgm:cxn modelId="{AF710722-682F-4790-B100-B24E9BB01CF8}" type="presParOf" srcId="{A0147BF1-76C1-4725-9D1E-201BF552608B}" destId="{1B878E78-96B2-4DF7-ACA4-F30CA21EA18B}" srcOrd="1" destOrd="0" presId="urn:microsoft.com/office/officeart/2005/8/layout/hierarchy1"/>
    <dgm:cxn modelId="{EEC357C4-F8DB-4A8F-B9D0-37AA8BDFD585}" type="presParOf" srcId="{1B878E78-96B2-4DF7-ACA4-F30CA21EA18B}" destId="{76CDA137-D491-412B-A166-093B8D55623A}" srcOrd="0" destOrd="0" presId="urn:microsoft.com/office/officeart/2005/8/layout/hierarchy1"/>
    <dgm:cxn modelId="{930FF62B-34C3-447A-9F30-608A089CF4A8}" type="presParOf" srcId="{76CDA137-D491-412B-A166-093B8D55623A}" destId="{37B83634-A3DC-4641-834C-689FD08C314C}" srcOrd="0" destOrd="0" presId="urn:microsoft.com/office/officeart/2005/8/layout/hierarchy1"/>
    <dgm:cxn modelId="{87029109-AFD0-4625-B391-4E3A2327EF4B}" type="presParOf" srcId="{76CDA137-D491-412B-A166-093B8D55623A}" destId="{7A53DEA9-BE09-480C-81E0-723520D40B70}" srcOrd="1" destOrd="0" presId="urn:microsoft.com/office/officeart/2005/8/layout/hierarchy1"/>
    <dgm:cxn modelId="{65D888C0-3112-4551-B192-EB6177D40B99}" type="presParOf" srcId="{1B878E78-96B2-4DF7-ACA4-F30CA21EA18B}" destId="{38DF5870-084C-4AD6-8762-7F412FBE39E5}" srcOrd="1" destOrd="0" presId="urn:microsoft.com/office/officeart/2005/8/layout/hierarchy1"/>
    <dgm:cxn modelId="{94955900-1A84-4778-9116-163392CFD27D}" type="presParOf" srcId="{A0147BF1-76C1-4725-9D1E-201BF552608B}" destId="{D24FC5A0-DDA2-43B8-9683-336669CD75ED}" srcOrd="2" destOrd="0" presId="urn:microsoft.com/office/officeart/2005/8/layout/hierarchy1"/>
    <dgm:cxn modelId="{E74A3DA6-634E-42E4-9FCE-E39D3569271F}" type="presParOf" srcId="{D24FC5A0-DDA2-43B8-9683-336669CD75ED}" destId="{93B26583-25AF-4CDF-BD41-29C68C203781}" srcOrd="0" destOrd="0" presId="urn:microsoft.com/office/officeart/2005/8/layout/hierarchy1"/>
    <dgm:cxn modelId="{9CEB79A4-B3D4-4565-A4CE-AEBF159F6990}" type="presParOf" srcId="{93B26583-25AF-4CDF-BD41-29C68C203781}" destId="{2D99C253-BAC8-42FD-BBC5-06B1129F64B5}" srcOrd="0" destOrd="0" presId="urn:microsoft.com/office/officeart/2005/8/layout/hierarchy1"/>
    <dgm:cxn modelId="{44BB03BB-367E-47F6-89FD-5FB39CF4C841}" type="presParOf" srcId="{93B26583-25AF-4CDF-BD41-29C68C203781}" destId="{EADBBA99-9553-48B4-A319-AE5E2A47BC48}" srcOrd="1" destOrd="0" presId="urn:microsoft.com/office/officeart/2005/8/layout/hierarchy1"/>
    <dgm:cxn modelId="{AADF67F4-6151-439B-8B36-C266D97A96AA}" type="presParOf" srcId="{D24FC5A0-DDA2-43B8-9683-336669CD75ED}" destId="{B29971F7-C04D-420B-AA88-D184DA6DAE0B}" srcOrd="1" destOrd="0" presId="urn:microsoft.com/office/officeart/2005/8/layout/hierarchy1"/>
    <dgm:cxn modelId="{C9215589-2D17-4BD9-A01C-6B09A6651359}" type="presParOf" srcId="{A0147BF1-76C1-4725-9D1E-201BF552608B}" destId="{83F3C66B-9A2C-433A-A982-3EC3B1AB5EA2}" srcOrd="3" destOrd="0" presId="urn:microsoft.com/office/officeart/2005/8/layout/hierarchy1"/>
    <dgm:cxn modelId="{E32A52EB-515E-4465-9BAA-EF31B6B82F65}" type="presParOf" srcId="{83F3C66B-9A2C-433A-A982-3EC3B1AB5EA2}" destId="{4457C87F-AD75-4586-8CFF-8FECB618926E}" srcOrd="0" destOrd="0" presId="urn:microsoft.com/office/officeart/2005/8/layout/hierarchy1"/>
    <dgm:cxn modelId="{8260C415-AC89-48D2-ADF0-0FF75A2C0593}" type="presParOf" srcId="{4457C87F-AD75-4586-8CFF-8FECB618926E}" destId="{0C1C9B8F-F27E-4BF3-B25C-42FD43F21D7E}" srcOrd="0" destOrd="0" presId="urn:microsoft.com/office/officeart/2005/8/layout/hierarchy1"/>
    <dgm:cxn modelId="{7766FCDE-0AA2-4F72-BFC5-88119CC48B56}" type="presParOf" srcId="{4457C87F-AD75-4586-8CFF-8FECB618926E}" destId="{D5D49493-218C-4CA9-9930-C414050B4915}" srcOrd="1" destOrd="0" presId="urn:microsoft.com/office/officeart/2005/8/layout/hierarchy1"/>
    <dgm:cxn modelId="{E70EBD89-0CF0-4046-A359-C89C1A9C3DCF}" type="presParOf" srcId="{83F3C66B-9A2C-433A-A982-3EC3B1AB5EA2}" destId="{A8E7C7C8-210A-4335-9AA1-140DFACF999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374CFE5-A1DB-47FE-80D2-2BF6E13C180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AD13AC4-BD66-4EAC-A38D-404B7F5DC87B}">
      <dgm:prSet/>
      <dgm:spPr/>
      <dgm:t>
        <a:bodyPr/>
        <a:lstStyle/>
        <a:p>
          <a:r>
            <a:rPr lang="en-US"/>
            <a:t>1) Dodavanje zadatka → backend upisuje i host worker obrađuje u narednom tick-u</a:t>
          </a:r>
        </a:p>
      </dgm:t>
    </dgm:pt>
    <dgm:pt modelId="{0FDA9743-5295-4A8D-81C2-8A16CAD59905}" type="parTrans" cxnId="{ED7E48ED-2CCC-46AB-8E72-D06F6B97CAA9}">
      <dgm:prSet/>
      <dgm:spPr/>
      <dgm:t>
        <a:bodyPr/>
        <a:lstStyle/>
        <a:p>
          <a:endParaRPr lang="en-US"/>
        </a:p>
      </dgm:t>
    </dgm:pt>
    <dgm:pt modelId="{D2B1B185-8B44-40AF-AE21-9FE341BBE1DC}" type="sibTrans" cxnId="{ED7E48ED-2CCC-46AB-8E72-D06F6B97CAA9}">
      <dgm:prSet/>
      <dgm:spPr/>
      <dgm:t>
        <a:bodyPr/>
        <a:lstStyle/>
        <a:p>
          <a:endParaRPr lang="en-US"/>
        </a:p>
      </dgm:t>
    </dgm:pt>
    <dgm:pt modelId="{9DF36E7D-CC21-41E5-829A-EFF65A6318D6}">
      <dgm:prSet/>
      <dgm:spPr/>
      <dgm:t>
        <a:bodyPr/>
        <a:lstStyle/>
        <a:p>
          <a:r>
            <a:rPr lang="en-US"/>
            <a:t>2) Task bliži roku → agent eskalira i povećava prioritet</a:t>
          </a:r>
        </a:p>
      </dgm:t>
    </dgm:pt>
    <dgm:pt modelId="{AD0320B1-DB9B-410A-901A-7DA14AD19AFB}" type="parTrans" cxnId="{1A68C0FF-6062-4160-A3F9-622095238A8C}">
      <dgm:prSet/>
      <dgm:spPr/>
      <dgm:t>
        <a:bodyPr/>
        <a:lstStyle/>
        <a:p>
          <a:endParaRPr lang="en-US"/>
        </a:p>
      </dgm:t>
    </dgm:pt>
    <dgm:pt modelId="{CEFDEEAF-0EAC-4194-A11F-5218B80F3396}" type="sibTrans" cxnId="{1A68C0FF-6062-4160-A3F9-622095238A8C}">
      <dgm:prSet/>
      <dgm:spPr/>
      <dgm:t>
        <a:bodyPr/>
        <a:lstStyle/>
        <a:p>
          <a:endParaRPr lang="en-US"/>
        </a:p>
      </dgm:t>
    </dgm:pt>
    <dgm:pt modelId="{FA0785B5-A01D-4488-9ED9-DA425148AD6A}">
      <dgm:prSet/>
      <dgm:spPr/>
      <dgm:t>
        <a:bodyPr/>
        <a:lstStyle/>
        <a:p>
          <a:r>
            <a:rPr lang="en-US"/>
            <a:t>3) User snooze → agent preskače dok ne dođe SnoozedUntil</a:t>
          </a:r>
        </a:p>
      </dgm:t>
    </dgm:pt>
    <dgm:pt modelId="{E40B7FC4-DB6A-4712-A2AD-E7AD82264D5A}" type="parTrans" cxnId="{D94DCAB6-24E7-405B-9A72-F6782E16C653}">
      <dgm:prSet/>
      <dgm:spPr/>
      <dgm:t>
        <a:bodyPr/>
        <a:lstStyle/>
        <a:p>
          <a:endParaRPr lang="en-US"/>
        </a:p>
      </dgm:t>
    </dgm:pt>
    <dgm:pt modelId="{0F3B1E1B-98DC-46A2-A24E-8A2029B7C5FB}" type="sibTrans" cxnId="{D94DCAB6-24E7-405B-9A72-F6782E16C653}">
      <dgm:prSet/>
      <dgm:spPr/>
      <dgm:t>
        <a:bodyPr/>
        <a:lstStyle/>
        <a:p>
          <a:endParaRPr lang="en-US"/>
        </a:p>
      </dgm:t>
    </dgm:pt>
    <dgm:pt modelId="{9EAD74A6-9383-4726-B517-0F974DE36FF0}">
      <dgm:prSet/>
      <dgm:spPr/>
      <dgm:t>
        <a:bodyPr/>
        <a:lstStyle/>
        <a:p>
          <a:r>
            <a:rPr lang="en-US"/>
            <a:t>4) Adaptation → sistem povećava/smanjuje MaxActiveTasks prema metrikama</a:t>
          </a:r>
        </a:p>
      </dgm:t>
    </dgm:pt>
    <dgm:pt modelId="{AF80143D-22FF-4716-8E82-AEE0E987C0CF}" type="parTrans" cxnId="{77CDA05F-9CAA-4C20-9C19-375E15D1B446}">
      <dgm:prSet/>
      <dgm:spPr/>
      <dgm:t>
        <a:bodyPr/>
        <a:lstStyle/>
        <a:p>
          <a:endParaRPr lang="en-US"/>
        </a:p>
      </dgm:t>
    </dgm:pt>
    <dgm:pt modelId="{35E87C3C-3A9E-4357-84EF-0BEFBF3B04A2}" type="sibTrans" cxnId="{77CDA05F-9CAA-4C20-9C19-375E15D1B446}">
      <dgm:prSet/>
      <dgm:spPr/>
      <dgm:t>
        <a:bodyPr/>
        <a:lstStyle/>
        <a:p>
          <a:endParaRPr lang="en-US"/>
        </a:p>
      </dgm:t>
    </dgm:pt>
    <dgm:pt modelId="{A82E0454-797F-4AD9-8BDD-DA6023A7AA7C}" type="pres">
      <dgm:prSet presAssocID="{9374CFE5-A1DB-47FE-80D2-2BF6E13C1805}" presName="linear" presStyleCnt="0">
        <dgm:presLayoutVars>
          <dgm:animLvl val="lvl"/>
          <dgm:resizeHandles val="exact"/>
        </dgm:presLayoutVars>
      </dgm:prSet>
      <dgm:spPr/>
    </dgm:pt>
    <dgm:pt modelId="{2C9948DF-75AC-4CC7-8F9A-227AB5F507DA}" type="pres">
      <dgm:prSet presAssocID="{4AD13AC4-BD66-4EAC-A38D-404B7F5DC87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41D60D7-94B3-49B8-9B27-1E1E3022F225}" type="pres">
      <dgm:prSet presAssocID="{D2B1B185-8B44-40AF-AE21-9FE341BBE1DC}" presName="spacer" presStyleCnt="0"/>
      <dgm:spPr/>
    </dgm:pt>
    <dgm:pt modelId="{B3CFEC14-6DA9-4F62-8AAA-4C599FB40235}" type="pres">
      <dgm:prSet presAssocID="{9DF36E7D-CC21-41E5-829A-EFF65A6318D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5749FF8-1E2E-4E8E-AB0F-A2007F32CDFA}" type="pres">
      <dgm:prSet presAssocID="{CEFDEEAF-0EAC-4194-A11F-5218B80F3396}" presName="spacer" presStyleCnt="0"/>
      <dgm:spPr/>
    </dgm:pt>
    <dgm:pt modelId="{22610BF9-53E9-413E-B996-6C83B7508CEF}" type="pres">
      <dgm:prSet presAssocID="{FA0785B5-A01D-4488-9ED9-DA425148AD6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B83A8AF-F28E-45BB-A65A-EE6AF8D42BA1}" type="pres">
      <dgm:prSet presAssocID="{0F3B1E1B-98DC-46A2-A24E-8A2029B7C5FB}" presName="spacer" presStyleCnt="0"/>
      <dgm:spPr/>
    </dgm:pt>
    <dgm:pt modelId="{E420C858-5D0A-4F41-9882-5E5D1B6BE33F}" type="pres">
      <dgm:prSet presAssocID="{9EAD74A6-9383-4726-B517-0F974DE36FF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ED1FA04-2817-4F70-911A-F98DA7A9ED61}" type="presOf" srcId="{9DF36E7D-CC21-41E5-829A-EFF65A6318D6}" destId="{B3CFEC14-6DA9-4F62-8AAA-4C599FB40235}" srcOrd="0" destOrd="0" presId="urn:microsoft.com/office/officeart/2005/8/layout/vList2"/>
    <dgm:cxn modelId="{AEB1C426-A753-4633-AA8C-9715B2D188D4}" type="presOf" srcId="{4AD13AC4-BD66-4EAC-A38D-404B7F5DC87B}" destId="{2C9948DF-75AC-4CC7-8F9A-227AB5F507DA}" srcOrd="0" destOrd="0" presId="urn:microsoft.com/office/officeart/2005/8/layout/vList2"/>
    <dgm:cxn modelId="{77CDA05F-9CAA-4C20-9C19-375E15D1B446}" srcId="{9374CFE5-A1DB-47FE-80D2-2BF6E13C1805}" destId="{9EAD74A6-9383-4726-B517-0F974DE36FF0}" srcOrd="3" destOrd="0" parTransId="{AF80143D-22FF-4716-8E82-AEE0E987C0CF}" sibTransId="{35E87C3C-3A9E-4357-84EF-0BEFBF3B04A2}"/>
    <dgm:cxn modelId="{6A1CBC52-540A-4936-A794-2EB2B08892B5}" type="presOf" srcId="{9374CFE5-A1DB-47FE-80D2-2BF6E13C1805}" destId="{A82E0454-797F-4AD9-8BDD-DA6023A7AA7C}" srcOrd="0" destOrd="0" presId="urn:microsoft.com/office/officeart/2005/8/layout/vList2"/>
    <dgm:cxn modelId="{BDA68386-3F24-43A8-A325-9C14668C8C26}" type="presOf" srcId="{FA0785B5-A01D-4488-9ED9-DA425148AD6A}" destId="{22610BF9-53E9-413E-B996-6C83B7508CEF}" srcOrd="0" destOrd="0" presId="urn:microsoft.com/office/officeart/2005/8/layout/vList2"/>
    <dgm:cxn modelId="{D94DCAB6-24E7-405B-9A72-F6782E16C653}" srcId="{9374CFE5-A1DB-47FE-80D2-2BF6E13C1805}" destId="{FA0785B5-A01D-4488-9ED9-DA425148AD6A}" srcOrd="2" destOrd="0" parTransId="{E40B7FC4-DB6A-4712-A2AD-E7AD82264D5A}" sibTransId="{0F3B1E1B-98DC-46A2-A24E-8A2029B7C5FB}"/>
    <dgm:cxn modelId="{ED7E48ED-2CCC-46AB-8E72-D06F6B97CAA9}" srcId="{9374CFE5-A1DB-47FE-80D2-2BF6E13C1805}" destId="{4AD13AC4-BD66-4EAC-A38D-404B7F5DC87B}" srcOrd="0" destOrd="0" parTransId="{0FDA9743-5295-4A8D-81C2-8A16CAD59905}" sibTransId="{D2B1B185-8B44-40AF-AE21-9FE341BBE1DC}"/>
    <dgm:cxn modelId="{19B36AEF-76B0-4061-AC00-16959EB57A63}" type="presOf" srcId="{9EAD74A6-9383-4726-B517-0F974DE36FF0}" destId="{E420C858-5D0A-4F41-9882-5E5D1B6BE33F}" srcOrd="0" destOrd="0" presId="urn:microsoft.com/office/officeart/2005/8/layout/vList2"/>
    <dgm:cxn modelId="{1A68C0FF-6062-4160-A3F9-622095238A8C}" srcId="{9374CFE5-A1DB-47FE-80D2-2BF6E13C1805}" destId="{9DF36E7D-CC21-41E5-829A-EFF65A6318D6}" srcOrd="1" destOrd="0" parTransId="{AD0320B1-DB9B-410A-901A-7DA14AD19AFB}" sibTransId="{CEFDEEAF-0EAC-4194-A11F-5218B80F3396}"/>
    <dgm:cxn modelId="{C01E3E41-CDBC-49E2-BDCB-B4549EAB8E14}" type="presParOf" srcId="{A82E0454-797F-4AD9-8BDD-DA6023A7AA7C}" destId="{2C9948DF-75AC-4CC7-8F9A-227AB5F507DA}" srcOrd="0" destOrd="0" presId="urn:microsoft.com/office/officeart/2005/8/layout/vList2"/>
    <dgm:cxn modelId="{7942A5C4-050B-4EDD-9B2C-AAC0329E8EFF}" type="presParOf" srcId="{A82E0454-797F-4AD9-8BDD-DA6023A7AA7C}" destId="{E41D60D7-94B3-49B8-9B27-1E1E3022F225}" srcOrd="1" destOrd="0" presId="urn:microsoft.com/office/officeart/2005/8/layout/vList2"/>
    <dgm:cxn modelId="{6A6B138C-9666-47B7-9DAC-3E41D14AE6B7}" type="presParOf" srcId="{A82E0454-797F-4AD9-8BDD-DA6023A7AA7C}" destId="{B3CFEC14-6DA9-4F62-8AAA-4C599FB40235}" srcOrd="2" destOrd="0" presId="urn:microsoft.com/office/officeart/2005/8/layout/vList2"/>
    <dgm:cxn modelId="{6D893B4E-335A-4C51-8F8C-BEF18FBD2EF0}" type="presParOf" srcId="{A82E0454-797F-4AD9-8BDD-DA6023A7AA7C}" destId="{95749FF8-1E2E-4E8E-AB0F-A2007F32CDFA}" srcOrd="3" destOrd="0" presId="urn:microsoft.com/office/officeart/2005/8/layout/vList2"/>
    <dgm:cxn modelId="{E35F0A80-7945-4F2C-A1D3-C364CA8E7A84}" type="presParOf" srcId="{A82E0454-797F-4AD9-8BDD-DA6023A7AA7C}" destId="{22610BF9-53E9-413E-B996-6C83B7508CEF}" srcOrd="4" destOrd="0" presId="urn:microsoft.com/office/officeart/2005/8/layout/vList2"/>
    <dgm:cxn modelId="{20A6BB38-8E65-4D90-9B54-D53F54ACD889}" type="presParOf" srcId="{A82E0454-797F-4AD9-8BDD-DA6023A7AA7C}" destId="{FB83A8AF-F28E-45BB-A65A-EE6AF8D42BA1}" srcOrd="5" destOrd="0" presId="urn:microsoft.com/office/officeart/2005/8/layout/vList2"/>
    <dgm:cxn modelId="{A39AF783-81B9-4F4B-A497-8F03A22A3A72}" type="presParOf" srcId="{A82E0454-797F-4AD9-8BDD-DA6023A7AA7C}" destId="{E420C858-5D0A-4F41-9882-5E5D1B6BE33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529D22-DBBE-43B1-B819-4505DFCB11A7}">
      <dsp:nvSpPr>
        <dsp:cNvPr id="0" name=""/>
        <dsp:cNvSpPr/>
      </dsp:nvSpPr>
      <dsp:spPr>
        <a:xfrm>
          <a:off x="0" y="2288"/>
          <a:ext cx="6362567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B3CFA2-9D58-4B08-8355-744C494463E8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88F955-7FBE-488B-A1CC-A0524CE9693C}">
      <dsp:nvSpPr>
        <dsp:cNvPr id="0" name=""/>
        <dsp:cNvSpPr/>
      </dsp:nvSpPr>
      <dsp:spPr>
        <a:xfrm>
          <a:off x="1339618" y="2288"/>
          <a:ext cx="5022948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Goal‑based agent: optimizira izvršenje zadataka</a:t>
          </a:r>
          <a:endParaRPr lang="en-US" sz="2200" kern="1200"/>
        </a:p>
      </dsp:txBody>
      <dsp:txXfrm>
        <a:off x="1339618" y="2288"/>
        <a:ext cx="5022948" cy="1159843"/>
      </dsp:txXfrm>
    </dsp:sp>
    <dsp:sp modelId="{4EAD5904-E29D-4248-9D12-0C5EA33BB367}">
      <dsp:nvSpPr>
        <dsp:cNvPr id="0" name=""/>
        <dsp:cNvSpPr/>
      </dsp:nvSpPr>
      <dsp:spPr>
        <a:xfrm>
          <a:off x="0" y="1452092"/>
          <a:ext cx="6362567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68F9B3-09EB-4237-B5C0-AD21E27479CF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45392E-C87C-4055-B360-1F2299241A61}">
      <dsp:nvSpPr>
        <dsp:cNvPr id="0" name=""/>
        <dsp:cNvSpPr/>
      </dsp:nvSpPr>
      <dsp:spPr>
        <a:xfrm>
          <a:off x="1339618" y="1452092"/>
          <a:ext cx="5022948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Context‑aware: odluke zavise od stanja i vremena</a:t>
          </a:r>
          <a:endParaRPr lang="en-US" sz="2200" kern="1200"/>
        </a:p>
      </dsp:txBody>
      <dsp:txXfrm>
        <a:off x="1339618" y="1452092"/>
        <a:ext cx="5022948" cy="1159843"/>
      </dsp:txXfrm>
    </dsp:sp>
    <dsp:sp modelId="{EDC6B457-D922-4969-9716-05C901748F52}">
      <dsp:nvSpPr>
        <dsp:cNvPr id="0" name=""/>
        <dsp:cNvSpPr/>
      </dsp:nvSpPr>
      <dsp:spPr>
        <a:xfrm>
          <a:off x="0" y="2901896"/>
          <a:ext cx="6362567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A6F9A8-0981-45C3-8693-5755321FCA90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6C7D40-4850-4011-8664-200B24AE4706}">
      <dsp:nvSpPr>
        <dsp:cNvPr id="0" name=""/>
        <dsp:cNvSpPr/>
      </dsp:nvSpPr>
      <dsp:spPr>
        <a:xfrm>
          <a:off x="1339618" y="2901896"/>
          <a:ext cx="5022948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Learning agent (jednostavan): adaptivni pragovi</a:t>
          </a:r>
          <a:endParaRPr lang="en-US" sz="2200" kern="1200"/>
        </a:p>
      </dsp:txBody>
      <dsp:txXfrm>
        <a:off x="1339618" y="2901896"/>
        <a:ext cx="5022948" cy="1159843"/>
      </dsp:txXfrm>
    </dsp:sp>
    <dsp:sp modelId="{775079C1-F81D-43EB-98B9-5EBC61659A92}">
      <dsp:nvSpPr>
        <dsp:cNvPr id="0" name=""/>
        <dsp:cNvSpPr/>
      </dsp:nvSpPr>
      <dsp:spPr>
        <a:xfrm>
          <a:off x="0" y="4351700"/>
          <a:ext cx="6362567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1FA598-3802-4361-B4FA-85CBA0F256AA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885D2E-9951-4836-8125-85CD307474DA}">
      <dsp:nvSpPr>
        <dsp:cNvPr id="0" name=""/>
        <dsp:cNvSpPr/>
      </dsp:nvSpPr>
      <dsp:spPr>
        <a:xfrm>
          <a:off x="1339618" y="4351700"/>
          <a:ext cx="5022948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Human‑in‑the‑loop: korisnik šalje namjere (intent)</a:t>
          </a:r>
          <a:endParaRPr lang="en-US" sz="2200" kern="1200"/>
        </a:p>
      </dsp:txBody>
      <dsp:txXfrm>
        <a:off x="1339618" y="4351700"/>
        <a:ext cx="5022948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2B433F-FE34-4B4E-B5F1-560256FE1484}">
      <dsp:nvSpPr>
        <dsp:cNvPr id="0" name=""/>
        <dsp:cNvSpPr/>
      </dsp:nvSpPr>
      <dsp:spPr>
        <a:xfrm>
          <a:off x="3079" y="465275"/>
          <a:ext cx="2443419" cy="342078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498" tIns="330200" rIns="190498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Sense: očitavanje taskova, settings, user intents</a:t>
          </a:r>
          <a:endParaRPr lang="en-US" sz="2200" kern="1200"/>
        </a:p>
      </dsp:txBody>
      <dsp:txXfrm>
        <a:off x="3079" y="1765174"/>
        <a:ext cx="2443419" cy="2052472"/>
      </dsp:txXfrm>
    </dsp:sp>
    <dsp:sp modelId="{7F54693D-BAAF-4717-B23D-3EB10C836FB2}">
      <dsp:nvSpPr>
        <dsp:cNvPr id="0" name=""/>
        <dsp:cNvSpPr/>
      </dsp:nvSpPr>
      <dsp:spPr>
        <a:xfrm>
          <a:off x="711671" y="807354"/>
          <a:ext cx="1026236" cy="10262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09" tIns="12700" rIns="8000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1960" y="957643"/>
        <a:ext cx="725658" cy="725658"/>
      </dsp:txXfrm>
    </dsp:sp>
    <dsp:sp modelId="{077DC735-E932-4366-96FB-F2031C3C7F52}">
      <dsp:nvSpPr>
        <dsp:cNvPr id="0" name=""/>
        <dsp:cNvSpPr/>
      </dsp:nvSpPr>
      <dsp:spPr>
        <a:xfrm>
          <a:off x="3079" y="3885990"/>
          <a:ext cx="244341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315D49-6AC1-4955-A1AA-24D98A2D2B57}">
      <dsp:nvSpPr>
        <dsp:cNvPr id="0" name=""/>
        <dsp:cNvSpPr/>
      </dsp:nvSpPr>
      <dsp:spPr>
        <a:xfrm>
          <a:off x="2690840" y="465275"/>
          <a:ext cx="2443419" cy="342078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498" tIns="330200" rIns="190498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Think: heuristike za urgenciju i pravila politike</a:t>
          </a:r>
          <a:endParaRPr lang="en-US" sz="2200" kern="1200"/>
        </a:p>
      </dsp:txBody>
      <dsp:txXfrm>
        <a:off x="2690840" y="1765174"/>
        <a:ext cx="2443419" cy="2052472"/>
      </dsp:txXfrm>
    </dsp:sp>
    <dsp:sp modelId="{CF3EF070-C6AA-4175-A639-61EEB78646A1}">
      <dsp:nvSpPr>
        <dsp:cNvPr id="0" name=""/>
        <dsp:cNvSpPr/>
      </dsp:nvSpPr>
      <dsp:spPr>
        <a:xfrm>
          <a:off x="3399432" y="807354"/>
          <a:ext cx="1026236" cy="10262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09" tIns="12700" rIns="8000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49721" y="957643"/>
        <a:ext cx="725658" cy="725658"/>
      </dsp:txXfrm>
    </dsp:sp>
    <dsp:sp modelId="{E6A50BAD-851B-43D6-94B7-9B77EF03C5C8}">
      <dsp:nvSpPr>
        <dsp:cNvPr id="0" name=""/>
        <dsp:cNvSpPr/>
      </dsp:nvSpPr>
      <dsp:spPr>
        <a:xfrm>
          <a:off x="2690840" y="3885990"/>
          <a:ext cx="244341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D61903-71E2-4763-ACFC-49BADA0B6E8E}">
      <dsp:nvSpPr>
        <dsp:cNvPr id="0" name=""/>
        <dsp:cNvSpPr/>
      </dsp:nvSpPr>
      <dsp:spPr>
        <a:xfrm>
          <a:off x="5378601" y="465275"/>
          <a:ext cx="2443419" cy="342078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498" tIns="330200" rIns="190498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Act: update status, recommend, schedule (snooze)</a:t>
          </a:r>
          <a:endParaRPr lang="en-US" sz="2200" kern="1200"/>
        </a:p>
      </dsp:txBody>
      <dsp:txXfrm>
        <a:off x="5378601" y="1765174"/>
        <a:ext cx="2443419" cy="2052472"/>
      </dsp:txXfrm>
    </dsp:sp>
    <dsp:sp modelId="{609C5EA8-0378-472D-B67A-750BC6F7D6F1}">
      <dsp:nvSpPr>
        <dsp:cNvPr id="0" name=""/>
        <dsp:cNvSpPr/>
      </dsp:nvSpPr>
      <dsp:spPr>
        <a:xfrm>
          <a:off x="6087193" y="807354"/>
          <a:ext cx="1026236" cy="10262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09" tIns="12700" rIns="8000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7482" y="957643"/>
        <a:ext cx="725658" cy="725658"/>
      </dsp:txXfrm>
    </dsp:sp>
    <dsp:sp modelId="{7CFFFF22-91C9-4F91-9C63-D42A10B1F0B7}">
      <dsp:nvSpPr>
        <dsp:cNvPr id="0" name=""/>
        <dsp:cNvSpPr/>
      </dsp:nvSpPr>
      <dsp:spPr>
        <a:xfrm>
          <a:off x="5378601" y="3885990"/>
          <a:ext cx="244341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86743F-1CF3-4FDD-A5D5-902F5A789420}">
      <dsp:nvSpPr>
        <dsp:cNvPr id="0" name=""/>
        <dsp:cNvSpPr/>
      </dsp:nvSpPr>
      <dsp:spPr>
        <a:xfrm>
          <a:off x="8066362" y="465275"/>
          <a:ext cx="2443419" cy="342078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498" tIns="330200" rIns="190498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Learn: pratiti uspjeh i prilagođavati pragove</a:t>
          </a:r>
          <a:endParaRPr lang="en-US" sz="2200" kern="1200"/>
        </a:p>
      </dsp:txBody>
      <dsp:txXfrm>
        <a:off x="8066362" y="1765174"/>
        <a:ext cx="2443419" cy="2052472"/>
      </dsp:txXfrm>
    </dsp:sp>
    <dsp:sp modelId="{26EFD122-36A8-4B01-B589-6D0EFA765FAF}">
      <dsp:nvSpPr>
        <dsp:cNvPr id="0" name=""/>
        <dsp:cNvSpPr/>
      </dsp:nvSpPr>
      <dsp:spPr>
        <a:xfrm>
          <a:off x="8774954" y="807354"/>
          <a:ext cx="1026236" cy="10262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09" tIns="12700" rIns="8000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5243" y="957643"/>
        <a:ext cx="725658" cy="725658"/>
      </dsp:txXfrm>
    </dsp:sp>
    <dsp:sp modelId="{08B6929F-20E6-460D-8075-2E7739A1105F}">
      <dsp:nvSpPr>
        <dsp:cNvPr id="0" name=""/>
        <dsp:cNvSpPr/>
      </dsp:nvSpPr>
      <dsp:spPr>
        <a:xfrm>
          <a:off x="8066362" y="3885990"/>
          <a:ext cx="244341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7A7B26-4937-4861-9BC2-46D4204227D7}">
      <dsp:nvSpPr>
        <dsp:cNvPr id="0" name=""/>
        <dsp:cNvSpPr/>
      </dsp:nvSpPr>
      <dsp:spPr>
        <a:xfrm>
          <a:off x="6313" y="991432"/>
          <a:ext cx="1973728" cy="23684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960" tIns="0" rIns="194960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Core — generičke apstrakcije agenata</a:t>
          </a:r>
          <a:endParaRPr lang="en-US" sz="1900" kern="1200"/>
        </a:p>
      </dsp:txBody>
      <dsp:txXfrm>
        <a:off x="6313" y="1938821"/>
        <a:ext cx="1973728" cy="1421084"/>
      </dsp:txXfrm>
    </dsp:sp>
    <dsp:sp modelId="{F32FAB34-18E2-4A73-AC44-F61E16FCCD25}">
      <dsp:nvSpPr>
        <dsp:cNvPr id="0" name=""/>
        <dsp:cNvSpPr/>
      </dsp:nvSpPr>
      <dsp:spPr>
        <a:xfrm>
          <a:off x="6313" y="991432"/>
          <a:ext cx="1973728" cy="94738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960" tIns="165100" rIns="194960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01</a:t>
          </a:r>
        </a:p>
      </dsp:txBody>
      <dsp:txXfrm>
        <a:off x="6313" y="991432"/>
        <a:ext cx="1973728" cy="947389"/>
      </dsp:txXfrm>
    </dsp:sp>
    <dsp:sp modelId="{0F58280B-7EA8-4CCD-8E76-E3DFBEB1DA62}">
      <dsp:nvSpPr>
        <dsp:cNvPr id="0" name=""/>
        <dsp:cNvSpPr/>
      </dsp:nvSpPr>
      <dsp:spPr>
        <a:xfrm>
          <a:off x="2137940" y="991432"/>
          <a:ext cx="1973728" cy="236847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960" tIns="0" rIns="194960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Domain — TaskItem, pravila tranzicija</a:t>
          </a:r>
          <a:endParaRPr lang="en-US" sz="1900" kern="1200"/>
        </a:p>
      </dsp:txBody>
      <dsp:txXfrm>
        <a:off x="2137940" y="1938821"/>
        <a:ext cx="1973728" cy="1421084"/>
      </dsp:txXfrm>
    </dsp:sp>
    <dsp:sp modelId="{9FCBF9C6-BF1A-493A-B7D0-904A447221FC}">
      <dsp:nvSpPr>
        <dsp:cNvPr id="0" name=""/>
        <dsp:cNvSpPr/>
      </dsp:nvSpPr>
      <dsp:spPr>
        <a:xfrm>
          <a:off x="2137940" y="991432"/>
          <a:ext cx="1973728" cy="94738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960" tIns="165100" rIns="194960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02</a:t>
          </a:r>
        </a:p>
      </dsp:txBody>
      <dsp:txXfrm>
        <a:off x="2137940" y="991432"/>
        <a:ext cx="1973728" cy="947389"/>
      </dsp:txXfrm>
    </dsp:sp>
    <dsp:sp modelId="{1C2FA718-6C85-42A1-8FEF-AAFF4EDA94D8}">
      <dsp:nvSpPr>
        <dsp:cNvPr id="0" name=""/>
        <dsp:cNvSpPr/>
      </dsp:nvSpPr>
      <dsp:spPr>
        <a:xfrm>
          <a:off x="4269566" y="991432"/>
          <a:ext cx="1973728" cy="23684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960" tIns="0" rIns="194960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Application — servisi, runneri (StepAsync)</a:t>
          </a:r>
          <a:endParaRPr lang="en-US" sz="1900" kern="1200"/>
        </a:p>
      </dsp:txBody>
      <dsp:txXfrm>
        <a:off x="4269566" y="1938821"/>
        <a:ext cx="1973728" cy="1421084"/>
      </dsp:txXfrm>
    </dsp:sp>
    <dsp:sp modelId="{33E3544B-3429-4340-842F-5E0445AAAAFB}">
      <dsp:nvSpPr>
        <dsp:cNvPr id="0" name=""/>
        <dsp:cNvSpPr/>
      </dsp:nvSpPr>
      <dsp:spPr>
        <a:xfrm>
          <a:off x="4269566" y="991432"/>
          <a:ext cx="1973728" cy="94738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960" tIns="165100" rIns="194960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03</a:t>
          </a:r>
        </a:p>
      </dsp:txBody>
      <dsp:txXfrm>
        <a:off x="4269566" y="991432"/>
        <a:ext cx="1973728" cy="947389"/>
      </dsp:txXfrm>
    </dsp:sp>
    <dsp:sp modelId="{656116EE-2DA2-4371-9BF5-5D9F15ABA459}">
      <dsp:nvSpPr>
        <dsp:cNvPr id="0" name=""/>
        <dsp:cNvSpPr/>
      </dsp:nvSpPr>
      <dsp:spPr>
        <a:xfrm>
          <a:off x="6401193" y="991432"/>
          <a:ext cx="1973728" cy="236847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960" tIns="0" rIns="194960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Infrastructure — DB, repozitoriji</a:t>
          </a:r>
          <a:endParaRPr lang="en-US" sz="1900" kern="1200"/>
        </a:p>
      </dsp:txBody>
      <dsp:txXfrm>
        <a:off x="6401193" y="1938821"/>
        <a:ext cx="1973728" cy="1421084"/>
      </dsp:txXfrm>
    </dsp:sp>
    <dsp:sp modelId="{B3115BF3-A300-4C09-B24D-7B2427A03010}">
      <dsp:nvSpPr>
        <dsp:cNvPr id="0" name=""/>
        <dsp:cNvSpPr/>
      </dsp:nvSpPr>
      <dsp:spPr>
        <a:xfrm>
          <a:off x="6401193" y="991432"/>
          <a:ext cx="1973728" cy="94738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960" tIns="165100" rIns="194960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04</a:t>
          </a:r>
        </a:p>
      </dsp:txBody>
      <dsp:txXfrm>
        <a:off x="6401193" y="991432"/>
        <a:ext cx="1973728" cy="947389"/>
      </dsp:txXfrm>
    </dsp:sp>
    <dsp:sp modelId="{9843C89E-F90E-4983-932E-22B01263CB0E}">
      <dsp:nvSpPr>
        <dsp:cNvPr id="0" name=""/>
        <dsp:cNvSpPr/>
      </dsp:nvSpPr>
      <dsp:spPr>
        <a:xfrm>
          <a:off x="8532819" y="991432"/>
          <a:ext cx="1973728" cy="236847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960" tIns="0" rIns="194960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Web — tanak host: kontroleri i worker</a:t>
          </a:r>
          <a:endParaRPr lang="en-US" sz="1900" kern="1200"/>
        </a:p>
      </dsp:txBody>
      <dsp:txXfrm>
        <a:off x="8532819" y="1938821"/>
        <a:ext cx="1973728" cy="1421084"/>
      </dsp:txXfrm>
    </dsp:sp>
    <dsp:sp modelId="{0D3C1E20-F216-486C-B670-41F0FAB3ED7B}">
      <dsp:nvSpPr>
        <dsp:cNvPr id="0" name=""/>
        <dsp:cNvSpPr/>
      </dsp:nvSpPr>
      <dsp:spPr>
        <a:xfrm>
          <a:off x="8532819" y="991432"/>
          <a:ext cx="1973728" cy="94738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960" tIns="165100" rIns="194960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05</a:t>
          </a:r>
        </a:p>
      </dsp:txBody>
      <dsp:txXfrm>
        <a:off x="8532819" y="991432"/>
        <a:ext cx="1973728" cy="9473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C1E681-D493-4A93-8CCC-E27DA2832668}">
      <dsp:nvSpPr>
        <dsp:cNvPr id="0" name=""/>
        <dsp:cNvSpPr/>
      </dsp:nvSpPr>
      <dsp:spPr>
        <a:xfrm>
          <a:off x="3079" y="1361399"/>
          <a:ext cx="2199077" cy="13964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C020C49-55DD-438D-A4E1-1DE03D6552A1}">
      <dsp:nvSpPr>
        <dsp:cNvPr id="0" name=""/>
        <dsp:cNvSpPr/>
      </dsp:nvSpPr>
      <dsp:spPr>
        <a:xfrm>
          <a:off x="247421" y="1593524"/>
          <a:ext cx="2199077" cy="13964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TaskScoringAgentRunner: obrađuje JEDAN task po tick-u</a:t>
          </a:r>
          <a:endParaRPr lang="en-US" sz="1300" kern="1200"/>
        </a:p>
      </dsp:txBody>
      <dsp:txXfrm>
        <a:off x="288321" y="1634424"/>
        <a:ext cx="2117277" cy="1314614"/>
      </dsp:txXfrm>
    </dsp:sp>
    <dsp:sp modelId="{37B83634-A3DC-4641-834C-689FD08C314C}">
      <dsp:nvSpPr>
        <dsp:cNvPr id="0" name=""/>
        <dsp:cNvSpPr/>
      </dsp:nvSpPr>
      <dsp:spPr>
        <a:xfrm>
          <a:off x="2690840" y="1361399"/>
          <a:ext cx="2199077" cy="13964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A53DEA9-BE09-480C-81E0-723520D40B70}">
      <dsp:nvSpPr>
        <dsp:cNvPr id="0" name=""/>
        <dsp:cNvSpPr/>
      </dsp:nvSpPr>
      <dsp:spPr>
        <a:xfrm>
          <a:off x="2935182" y="1593524"/>
          <a:ext cx="2199077" cy="13964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TaskAdaptationAgentRunner: prilagodjava settings periodično</a:t>
          </a:r>
          <a:endParaRPr lang="en-US" sz="1300" kern="1200"/>
        </a:p>
      </dsp:txBody>
      <dsp:txXfrm>
        <a:off x="2976082" y="1634424"/>
        <a:ext cx="2117277" cy="1314614"/>
      </dsp:txXfrm>
    </dsp:sp>
    <dsp:sp modelId="{2D99C253-BAC8-42FD-BBC5-06B1129F64B5}">
      <dsp:nvSpPr>
        <dsp:cNvPr id="0" name=""/>
        <dsp:cNvSpPr/>
      </dsp:nvSpPr>
      <dsp:spPr>
        <a:xfrm>
          <a:off x="5378601" y="1361399"/>
          <a:ext cx="2199077" cy="13964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ADBBA99-9553-48B4-A319-AE5E2A47BC48}">
      <dsp:nvSpPr>
        <dsp:cNvPr id="0" name=""/>
        <dsp:cNvSpPr/>
      </dsp:nvSpPr>
      <dsp:spPr>
        <a:xfrm>
          <a:off x="5622943" y="1593524"/>
          <a:ext cx="2199077" cy="13964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Host: kreira scope, poziva StepAsync, kontrolira timing</a:t>
          </a:r>
          <a:endParaRPr lang="en-US" sz="1300" kern="1200"/>
        </a:p>
      </dsp:txBody>
      <dsp:txXfrm>
        <a:off x="5663843" y="1634424"/>
        <a:ext cx="2117277" cy="1314614"/>
      </dsp:txXfrm>
    </dsp:sp>
    <dsp:sp modelId="{0C1C9B8F-F27E-4BF3-B25C-42FD43F21D7E}">
      <dsp:nvSpPr>
        <dsp:cNvPr id="0" name=""/>
        <dsp:cNvSpPr/>
      </dsp:nvSpPr>
      <dsp:spPr>
        <a:xfrm>
          <a:off x="8066362" y="1361399"/>
          <a:ext cx="2199077" cy="13964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5D49493-218C-4CA9-9930-C414050B4915}">
      <dsp:nvSpPr>
        <dsp:cNvPr id="0" name=""/>
        <dsp:cNvSpPr/>
      </dsp:nvSpPr>
      <dsp:spPr>
        <a:xfrm>
          <a:off x="8310704" y="1593524"/>
          <a:ext cx="2199077" cy="13964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No Task.Delay u runnerima; rezultati idempotentni</a:t>
          </a:r>
          <a:endParaRPr lang="en-US" sz="1300" kern="1200"/>
        </a:p>
      </dsp:txBody>
      <dsp:txXfrm>
        <a:off x="8351604" y="1634424"/>
        <a:ext cx="2117277" cy="13146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948DF-75AC-4CC7-8F9A-227AB5F507DA}">
      <dsp:nvSpPr>
        <dsp:cNvPr id="0" name=""/>
        <dsp:cNvSpPr/>
      </dsp:nvSpPr>
      <dsp:spPr>
        <a:xfrm>
          <a:off x="0" y="78669"/>
          <a:ext cx="10512862" cy="9945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1) Dodavanje zadatka → backend upisuje i host worker obrađuje u narednom tick-u</a:t>
          </a:r>
        </a:p>
      </dsp:txBody>
      <dsp:txXfrm>
        <a:off x="48547" y="127216"/>
        <a:ext cx="10415768" cy="897406"/>
      </dsp:txXfrm>
    </dsp:sp>
    <dsp:sp modelId="{B3CFEC14-6DA9-4F62-8AAA-4C599FB40235}">
      <dsp:nvSpPr>
        <dsp:cNvPr id="0" name=""/>
        <dsp:cNvSpPr/>
      </dsp:nvSpPr>
      <dsp:spPr>
        <a:xfrm>
          <a:off x="0" y="1145169"/>
          <a:ext cx="10512862" cy="99450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2) Task bliži roku → agent eskalira i povećava prioritet</a:t>
          </a:r>
        </a:p>
      </dsp:txBody>
      <dsp:txXfrm>
        <a:off x="48547" y="1193716"/>
        <a:ext cx="10415768" cy="897406"/>
      </dsp:txXfrm>
    </dsp:sp>
    <dsp:sp modelId="{22610BF9-53E9-413E-B996-6C83B7508CEF}">
      <dsp:nvSpPr>
        <dsp:cNvPr id="0" name=""/>
        <dsp:cNvSpPr/>
      </dsp:nvSpPr>
      <dsp:spPr>
        <a:xfrm>
          <a:off x="0" y="2211669"/>
          <a:ext cx="10512862" cy="99450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3) User snooze → agent preskače dok ne dođe SnoozedUntil</a:t>
          </a:r>
        </a:p>
      </dsp:txBody>
      <dsp:txXfrm>
        <a:off x="48547" y="2260216"/>
        <a:ext cx="10415768" cy="897406"/>
      </dsp:txXfrm>
    </dsp:sp>
    <dsp:sp modelId="{E420C858-5D0A-4F41-9882-5E5D1B6BE33F}">
      <dsp:nvSpPr>
        <dsp:cNvPr id="0" name=""/>
        <dsp:cNvSpPr/>
      </dsp:nvSpPr>
      <dsp:spPr>
        <a:xfrm>
          <a:off x="0" y="3278169"/>
          <a:ext cx="10512862" cy="9945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4) Adaptation → sistem povećava/smanjuje MaxActiveTasks prema metrikama</a:t>
          </a:r>
        </a:p>
      </dsp:txBody>
      <dsp:txXfrm>
        <a:off x="48547" y="3326716"/>
        <a:ext cx="10415768" cy="8974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235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Kratko predstavljanje: ime, predmet, šta je tema. Cilj: pokazati autonomni agent za upravljanje zadacima.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Prođi kroz agendu kratko, 1-2 rečenice za svaki bullet.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Objasni zašto je problem relevantan: korisnici se gube u zadacima, agent može preuzeti praćenje i donošenje odluka.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Definiraj formalno cilj i navedite ograničenja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Objasni zašto su ove klase relevantne i kako se kombinuju u sistemu.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Za svaki korak daj kratak primjer: npr. Sense — uzmi jedan Pending task; Think — izračunaj urgency; Act — aktiviraj ili snooze; Learn — update counters.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Nacrtaj brzo mentalni dijagram rukom ili pokazivačem; naglasi pravilo: dependencies point inward.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Objasni zašto je jedno-task-po-tick važno za testabilnost i idempotentnost. Spomeni backoff strategiju u hostu.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Daj primjer toka: korisnik klikne Complete -&gt; backend validira -&gt; task postaje terminal. Naglasi sigurnost i idempotentnost.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Pripremi 2-3 kratka screencasta/spreenshota koje ćeš pokazati; opiši šta gledaoci trebaju primijetiti.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Spomeni kako bi mjerio uspjeh: prije i poslije implementacije adaptacije, broj zakašnjelih zadataka itd.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Navedi koje su realistične za seminarski (explainability, real-time updates) i koje bi bile za master rad (RL, complex ML).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Sažmi ključne točke i pozovi na pitanja.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1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2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3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4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520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" y="0"/>
            <a:ext cx="1218852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8945" y="4267832"/>
            <a:ext cx="4804745" cy="1297115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sv-SE" sz="2800" dirty="0">
                <a:solidFill>
                  <a:schemeClr val="tx2"/>
                </a:solidFill>
              </a:rPr>
              <a:t>Task Agent — Seminarski rad: Implementacija inteligentnog agenta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8640" y="5369654"/>
            <a:ext cx="4804440" cy="838831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GB" sz="1700" dirty="0">
                <a:solidFill>
                  <a:schemeClr val="tx2"/>
                </a:solidFill>
              </a:rPr>
              <a:t>Sense → Think → Act → Learn • Human-in-the-loop</a:t>
            </a:r>
          </a:p>
          <a:p>
            <a:pPr algn="l">
              <a:lnSpc>
                <a:spcPct val="90000"/>
              </a:lnSpc>
            </a:pPr>
            <a:r>
              <a:rPr lang="en-GB" sz="1700" dirty="0">
                <a:solidFill>
                  <a:schemeClr val="tx2"/>
                </a:solidFill>
              </a:rPr>
              <a:t>Esmir Hero • IB220119</a:t>
            </a:r>
          </a:p>
        </p:txBody>
      </p:sp>
      <p:pic>
        <p:nvPicPr>
          <p:cNvPr id="7" name="Graphic 6" descr="User">
            <a:extLst>
              <a:ext uri="{FF2B5EF4-FFF2-40B4-BE49-F238E27FC236}">
                <a16:creationId xmlns:a16="http://schemas.microsoft.com/office/drawing/2014/main" id="{FD11A92F-3BAB-AB5E-053F-E54C241E7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381" y="1815859"/>
            <a:ext cx="4140681" cy="4140681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1" y="-5977"/>
            <a:ext cx="6237049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885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" y="0"/>
            <a:ext cx="1218852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918" y="1755073"/>
            <a:ext cx="9830988" cy="1066802"/>
          </a:xfrm>
        </p:spPr>
        <p:txBody>
          <a:bodyPr anchor="b">
            <a:normAutofit/>
          </a:bodyPr>
          <a:lstStyle/>
          <a:p>
            <a:r>
              <a:rPr lang="en-GB" sz="3600" dirty="0">
                <a:solidFill>
                  <a:schemeClr val="tx2"/>
                </a:solidFill>
              </a:rPr>
              <a:t>Agenda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5086" y="0"/>
            <a:ext cx="432373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8918" y="3049325"/>
            <a:ext cx="9830988" cy="2945574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GB" sz="1800" dirty="0" err="1">
                <a:solidFill>
                  <a:schemeClr val="tx2"/>
                </a:solidFill>
              </a:rPr>
              <a:t>Uvod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i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motivacija</a:t>
            </a:r>
            <a:endParaRPr lang="en-GB" sz="1800" dirty="0">
              <a:solidFill>
                <a:schemeClr val="tx2"/>
              </a:solidFill>
            </a:endParaRPr>
          </a:p>
          <a:p>
            <a:pPr>
              <a:defRPr sz="1800"/>
            </a:pPr>
            <a:r>
              <a:rPr lang="en-GB" sz="1800" dirty="0">
                <a:solidFill>
                  <a:schemeClr val="tx2"/>
                </a:solidFill>
              </a:rPr>
              <a:t>Problem </a:t>
            </a:r>
            <a:r>
              <a:rPr lang="en-GB" sz="1800" dirty="0" err="1">
                <a:solidFill>
                  <a:schemeClr val="tx2"/>
                </a:solidFill>
              </a:rPr>
              <a:t>i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ciljevi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sistema</a:t>
            </a:r>
            <a:endParaRPr lang="en-GB" sz="1800" dirty="0">
              <a:solidFill>
                <a:schemeClr val="tx2"/>
              </a:solidFill>
            </a:endParaRPr>
          </a:p>
          <a:p>
            <a:pPr>
              <a:defRPr sz="1800"/>
            </a:pPr>
            <a:r>
              <a:rPr lang="en-GB" sz="1800" dirty="0">
                <a:solidFill>
                  <a:schemeClr val="tx2"/>
                </a:solidFill>
              </a:rPr>
              <a:t>Agent </a:t>
            </a:r>
            <a:r>
              <a:rPr lang="en-GB" sz="1800" dirty="0" err="1">
                <a:solidFill>
                  <a:schemeClr val="tx2"/>
                </a:solidFill>
              </a:rPr>
              <a:t>dizajn</a:t>
            </a:r>
            <a:r>
              <a:rPr lang="en-GB" sz="1800" dirty="0">
                <a:solidFill>
                  <a:schemeClr val="tx2"/>
                </a:solidFill>
              </a:rPr>
              <a:t> (</a:t>
            </a:r>
            <a:r>
              <a:rPr lang="en-GB" sz="1800" dirty="0" err="1">
                <a:solidFill>
                  <a:schemeClr val="tx2"/>
                </a:solidFill>
              </a:rPr>
              <a:t>tipovi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i</a:t>
            </a:r>
            <a:r>
              <a:rPr lang="en-GB" sz="1800" dirty="0">
                <a:solidFill>
                  <a:schemeClr val="tx2"/>
                </a:solidFill>
              </a:rPr>
              <a:t> agent </a:t>
            </a:r>
            <a:r>
              <a:rPr lang="en-GB" sz="1800" dirty="0" err="1">
                <a:solidFill>
                  <a:schemeClr val="tx2"/>
                </a:solidFill>
              </a:rPr>
              <a:t>ciklus</a:t>
            </a:r>
            <a:r>
              <a:rPr lang="en-GB" sz="1800" dirty="0">
                <a:solidFill>
                  <a:schemeClr val="tx2"/>
                </a:solidFill>
              </a:rPr>
              <a:t>)</a:t>
            </a:r>
          </a:p>
          <a:p>
            <a:pPr>
              <a:defRPr sz="1800"/>
            </a:pPr>
            <a:r>
              <a:rPr lang="en-GB" sz="1800" dirty="0" err="1">
                <a:solidFill>
                  <a:schemeClr val="tx2"/>
                </a:solidFill>
              </a:rPr>
              <a:t>Arhitektura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i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implementacija</a:t>
            </a:r>
            <a:endParaRPr lang="en-GB" sz="1800" dirty="0">
              <a:solidFill>
                <a:schemeClr val="tx2"/>
              </a:solidFill>
            </a:endParaRPr>
          </a:p>
          <a:p>
            <a:pPr>
              <a:defRPr sz="1800"/>
            </a:pPr>
            <a:r>
              <a:rPr lang="en-GB" sz="1800" dirty="0">
                <a:solidFill>
                  <a:schemeClr val="tx2"/>
                </a:solidFill>
              </a:rPr>
              <a:t>Demo </a:t>
            </a:r>
            <a:r>
              <a:rPr lang="en-GB" sz="1800" dirty="0" err="1">
                <a:solidFill>
                  <a:schemeClr val="tx2"/>
                </a:solidFill>
              </a:rPr>
              <a:t>ponašanja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i</a:t>
            </a:r>
            <a:r>
              <a:rPr lang="en-GB" sz="1800" dirty="0">
                <a:solidFill>
                  <a:schemeClr val="tx2"/>
                </a:solidFill>
              </a:rPr>
              <a:t> user </a:t>
            </a:r>
            <a:r>
              <a:rPr lang="en-GB" sz="1800" dirty="0" err="1">
                <a:solidFill>
                  <a:schemeClr val="tx2"/>
                </a:solidFill>
              </a:rPr>
              <a:t>akcije</a:t>
            </a:r>
            <a:endParaRPr lang="en-GB" sz="1800" dirty="0">
              <a:solidFill>
                <a:schemeClr val="tx2"/>
              </a:solidFill>
            </a:endParaRPr>
          </a:p>
          <a:p>
            <a:pPr>
              <a:defRPr sz="1800"/>
            </a:pPr>
            <a:r>
              <a:rPr lang="en-GB" sz="1800" dirty="0" err="1">
                <a:solidFill>
                  <a:schemeClr val="tx2"/>
                </a:solidFill>
              </a:rPr>
              <a:t>Evaluacija</a:t>
            </a:r>
            <a:r>
              <a:rPr lang="en-GB" sz="1800" dirty="0">
                <a:solidFill>
                  <a:schemeClr val="tx2"/>
                </a:solidFill>
              </a:rPr>
              <a:t>, </a:t>
            </a:r>
            <a:r>
              <a:rPr lang="en-GB" sz="1800" dirty="0" err="1">
                <a:solidFill>
                  <a:schemeClr val="tx2"/>
                </a:solidFill>
              </a:rPr>
              <a:t>proširenja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i</a:t>
            </a:r>
            <a:r>
              <a:rPr lang="en-GB" sz="1800" dirty="0">
                <a:solidFill>
                  <a:schemeClr val="tx2"/>
                </a:solidFill>
              </a:rPr>
              <a:t> </a:t>
            </a:r>
            <a:r>
              <a:rPr lang="en-GB" sz="1800" dirty="0" err="1">
                <a:solidFill>
                  <a:schemeClr val="tx2"/>
                </a:solidFill>
              </a:rPr>
              <a:t>zaključak</a:t>
            </a:r>
            <a:endParaRPr lang="en-GB" sz="1800" dirty="0">
              <a:solidFill>
                <a:schemeClr val="tx2"/>
              </a:solidFill>
            </a:endParaRPr>
          </a:p>
          <a:p>
            <a:pPr>
              <a:defRPr sz="1800"/>
            </a:pPr>
            <a:r>
              <a:rPr lang="en-GB" sz="1800" dirty="0" err="1">
                <a:solidFill>
                  <a:schemeClr val="tx2"/>
                </a:solidFill>
              </a:rPr>
              <a:t>Pitanja</a:t>
            </a:r>
            <a:endParaRPr lang="en-GB" sz="1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885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" y="0"/>
            <a:ext cx="1218852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918" y="1755073"/>
            <a:ext cx="9830988" cy="1066802"/>
          </a:xfrm>
        </p:spPr>
        <p:txBody>
          <a:bodyPr anchor="b">
            <a:normAutofit/>
          </a:bodyPr>
          <a:lstStyle/>
          <a:p>
            <a:r>
              <a:rPr lang="en-GB" sz="3600">
                <a:solidFill>
                  <a:schemeClr val="tx2"/>
                </a:solidFill>
              </a:rPr>
              <a:t>Uvod i motivacija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5086" y="0"/>
            <a:ext cx="432373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8918" y="3049325"/>
            <a:ext cx="9830988" cy="2945574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Zašto autonomni agenti za task management?</a:t>
            </a:r>
          </a:p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Klasični to‑do sistemi su pasivni — zahtijevaju ručnu prioritizaciju</a:t>
            </a:r>
          </a:p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Cilj: smanjiti kašnjenja i poboljšati efikasnost izvršavanja zadataka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885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" y="0"/>
            <a:ext cx="1218852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918" y="1594707"/>
            <a:ext cx="9830988" cy="1325563"/>
          </a:xfrm>
        </p:spPr>
        <p:txBody>
          <a:bodyPr anchor="b">
            <a:normAutofit/>
          </a:bodyPr>
          <a:lstStyle/>
          <a:p>
            <a:r>
              <a:rPr lang="en-GB" sz="3600">
                <a:solidFill>
                  <a:schemeClr val="tx2"/>
                </a:solidFill>
              </a:rPr>
              <a:t>Problem i ciljevi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5229" cy="2510865"/>
            <a:chOff x="-305" y="-1"/>
            <a:chExt cx="3832880" cy="2876136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8918" y="3329677"/>
            <a:ext cx="9830988" cy="2457269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Problem: zadaci se ne reorganizuju automatski kako se mijenjaju uslovi</a:t>
            </a:r>
          </a:p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Primarni cilj: povećati throughput i smanjiti broj zakašnjelih taskova</a:t>
            </a:r>
          </a:p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Podciljevi: upravljanje kapacitetom, eskalacija, efikasnost resursa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69912" y="3734646"/>
            <a:ext cx="3878664" cy="2368042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17633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10225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630" y="1161288"/>
            <a:ext cx="3601797" cy="4526280"/>
          </a:xfrm>
        </p:spPr>
        <p:txBody>
          <a:bodyPr>
            <a:normAutofit/>
          </a:bodyPr>
          <a:lstStyle/>
          <a:p>
            <a:r>
              <a:rPr lang="en-GB" sz="4000"/>
              <a:t>Vrsta agenta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CCADC4CD-270F-65D1-E038-3B59AEB7A6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3296155"/>
              </p:ext>
            </p:extLst>
          </p:nvPr>
        </p:nvGraphicFramePr>
        <p:xfrm>
          <a:off x="5302138" y="676656"/>
          <a:ext cx="6362567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107A97E-C156-CF1F-E29B-60375540EBA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196" b="1513"/>
          <a:stretch>
            <a:fillRect/>
          </a:stretch>
        </p:blipFill>
        <p:spPr>
          <a:xfrm>
            <a:off x="20" y="10"/>
            <a:ext cx="12188805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10512862" cy="1325563"/>
          </a:xfrm>
        </p:spPr>
        <p:txBody>
          <a:bodyPr>
            <a:normAutofit/>
          </a:bodyPr>
          <a:lstStyle/>
          <a:p>
            <a:r>
              <a:rPr lang="en-GB"/>
              <a:t>Agent ciklus (Sense → Think → Act → Learn)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C612387C-FB1C-3614-145E-04E73806A8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317861"/>
              </p:ext>
            </p:extLst>
          </p:nvPr>
        </p:nvGraphicFramePr>
        <p:xfrm>
          <a:off x="837981" y="1825625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F26CA30-C6AF-EBCA-2056-15D8B53BE8C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08"/>
          <a:stretch>
            <a:fillRect/>
          </a:stretch>
        </p:blipFill>
        <p:spPr>
          <a:xfrm>
            <a:off x="20" y="10"/>
            <a:ext cx="12188805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10512862" cy="1325563"/>
          </a:xfrm>
        </p:spPr>
        <p:txBody>
          <a:bodyPr>
            <a:normAutofit/>
          </a:bodyPr>
          <a:lstStyle/>
          <a:p>
            <a:r>
              <a:rPr lang="en-GB"/>
              <a:t>Arhitektura sistema (Clean Architecture)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04ABDB36-B6B9-1F37-E71F-3BAFBB53FF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032319"/>
              </p:ext>
            </p:extLst>
          </p:nvPr>
        </p:nvGraphicFramePr>
        <p:xfrm>
          <a:off x="837981" y="1825625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1CAD6AFE-62AB-640A-A634-C9CA9D0D33E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6947" b="36789"/>
          <a:stretch>
            <a:fillRect/>
          </a:stretch>
        </p:blipFill>
        <p:spPr>
          <a:xfrm>
            <a:off x="20" y="10"/>
            <a:ext cx="12188805" cy="685799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10512862" cy="1325563"/>
          </a:xfrm>
        </p:spPr>
        <p:txBody>
          <a:bodyPr>
            <a:normAutofit/>
          </a:bodyPr>
          <a:lstStyle/>
          <a:p>
            <a:r>
              <a:rPr lang="en-GB"/>
              <a:t>Runner &amp; Tick dizajn</a:t>
            </a:r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DCDCA64B-E565-FC48-30A7-2E502DFC15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7802132"/>
              </p:ext>
            </p:extLst>
          </p:nvPr>
        </p:nvGraphicFramePr>
        <p:xfrm>
          <a:off x="837981" y="1825625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885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" y="0"/>
            <a:ext cx="1218852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918" y="1594707"/>
            <a:ext cx="9830988" cy="1325563"/>
          </a:xfrm>
        </p:spPr>
        <p:txBody>
          <a:bodyPr anchor="b">
            <a:normAutofit/>
          </a:bodyPr>
          <a:lstStyle/>
          <a:p>
            <a:r>
              <a:rPr lang="en-GB" sz="3600">
                <a:solidFill>
                  <a:schemeClr val="tx2"/>
                </a:solidFill>
              </a:rPr>
              <a:t>Interakcija korisnika (intents)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5229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8918" y="3329677"/>
            <a:ext cx="9830988" cy="2457269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Korisnik šalje intent: Complete / Snooze / Reject</a:t>
            </a:r>
          </a:p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Frontend POST -&gt; Web Controller -&gt; UserActionService</a:t>
            </a:r>
          </a:p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Application validira i primjenjuje intent; agent respekta stanje</a:t>
            </a:r>
          </a:p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Prednost: čuva agent autoritet i sprječava CRUD u UI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69912" y="3734646"/>
            <a:ext cx="3878664" cy="2368042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FB44A51-03A6-8104-AA24-D59B84E1B93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08"/>
          <a:stretch>
            <a:fillRect/>
          </a:stretch>
        </p:blipFill>
        <p:spPr>
          <a:xfrm>
            <a:off x="20" y="10"/>
            <a:ext cx="12188805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10512862" cy="1325563"/>
          </a:xfrm>
        </p:spPr>
        <p:txBody>
          <a:bodyPr>
            <a:normAutofit/>
          </a:bodyPr>
          <a:lstStyle/>
          <a:p>
            <a:r>
              <a:t>Demo scenariji i očekivano ponašanje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E9933C-1B4C-3051-DEB2-E8CC35C71A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442632"/>
              </p:ext>
            </p:extLst>
          </p:nvPr>
        </p:nvGraphicFramePr>
        <p:xfrm>
          <a:off x="837981" y="1825625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885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" y="0"/>
            <a:ext cx="1218852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918" y="1755073"/>
            <a:ext cx="9830988" cy="1066802"/>
          </a:xfrm>
        </p:spPr>
        <p:txBody>
          <a:bodyPr anchor="b">
            <a:normAutofit/>
          </a:bodyPr>
          <a:lstStyle/>
          <a:p>
            <a:r>
              <a:rPr lang="en-GB" sz="3600">
                <a:solidFill>
                  <a:schemeClr val="tx2"/>
                </a:solidFill>
              </a:rPr>
              <a:t>Evaluacija i mjerljivost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5086" y="0"/>
            <a:ext cx="432373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8918" y="3049325"/>
            <a:ext cx="9830988" cy="2945574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Metrike: throughput, overdue_rate, success_rate, utilization</a:t>
            </a:r>
          </a:p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Eksperimenti: simulacija niza zadataka; mjerenje prije/poslije</a:t>
            </a:r>
          </a:p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Ograničenja: jednostavno učenje, zavisnost od heuristika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885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" y="0"/>
            <a:ext cx="1218852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57" y="508838"/>
            <a:ext cx="5216598" cy="6239661"/>
            <a:chOff x="-19221" y="251144"/>
            <a:chExt cx="5217958" cy="6239661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13" y="1243013"/>
            <a:ext cx="3854716" cy="4371974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chemeClr val="tx2"/>
                </a:solidFill>
              </a:rPr>
              <a:t>Proširenja i budući rad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0592" y="804672"/>
            <a:ext cx="5219864" cy="5230368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Objašnjenje odluka (explainability) za preporuke</a:t>
            </a:r>
          </a:p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Aktivno učenje: traženje dodatnih labela ili feedbacka</a:t>
            </a:r>
          </a:p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Multi-agent: PrioritizationAgent + ExecutionAgent</a:t>
            </a:r>
          </a:p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WebSocket/SignalR za real-time update UI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885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" y="0"/>
            <a:ext cx="1218852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918" y="1755073"/>
            <a:ext cx="9830988" cy="1066802"/>
          </a:xfrm>
        </p:spPr>
        <p:txBody>
          <a:bodyPr anchor="b">
            <a:normAutofit/>
          </a:bodyPr>
          <a:lstStyle/>
          <a:p>
            <a:r>
              <a:rPr lang="en-GB" sz="3600">
                <a:solidFill>
                  <a:schemeClr val="tx2"/>
                </a:solidFill>
              </a:rPr>
              <a:t>Zaključak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5086" y="0"/>
            <a:ext cx="432373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8918" y="3049325"/>
            <a:ext cx="9830988" cy="2945574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Task Agent je autonomno rješenje za upravljanje zadacima</a:t>
            </a:r>
          </a:p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Ispunjava akademske zahtjeve za agentski projekt</a:t>
            </a:r>
          </a:p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Jasan Sense→Think→Act→Learn tok i čista arhitektura</a:t>
            </a:r>
          </a:p>
          <a:p>
            <a:pPr>
              <a:defRPr sz="1800"/>
            </a:pPr>
            <a:r>
              <a:rPr lang="en-GB" sz="1800">
                <a:solidFill>
                  <a:schemeClr val="tx2"/>
                </a:solidFill>
              </a:rPr>
              <a:t>Human‑in‑the‑loop omogućava sigurnu intervenciju korisnika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700</Words>
  <Application>Microsoft Office PowerPoint</Application>
  <PresentationFormat>Custom</PresentationFormat>
  <Paragraphs>86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Task Agent — Seminarski rad: Implementacija inteligentnog agenta</vt:lpstr>
      <vt:lpstr>Agenda</vt:lpstr>
      <vt:lpstr>Uvod i motivacija</vt:lpstr>
      <vt:lpstr>Problem i ciljevi</vt:lpstr>
      <vt:lpstr>Vrsta agenta</vt:lpstr>
      <vt:lpstr>Agent ciklus (Sense → Think → Act → Learn)</vt:lpstr>
      <vt:lpstr>Arhitektura sistema (Clean Architecture)</vt:lpstr>
      <vt:lpstr>Runner &amp; Tick dizajn</vt:lpstr>
      <vt:lpstr>Interakcija korisnika (intents)</vt:lpstr>
      <vt:lpstr>Demo scenariji i očekivano ponašanje</vt:lpstr>
      <vt:lpstr>Evaluacija i mjerljivost</vt:lpstr>
      <vt:lpstr>Proširenja i budući rad</vt:lpstr>
      <vt:lpstr>Zaključak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Esmir Hero</cp:lastModifiedBy>
  <cp:revision>4</cp:revision>
  <dcterms:created xsi:type="dcterms:W3CDTF">2013-01-27T09:14:16Z</dcterms:created>
  <dcterms:modified xsi:type="dcterms:W3CDTF">2026-01-08T16:11:14Z</dcterms:modified>
  <cp:category/>
</cp:coreProperties>
</file>